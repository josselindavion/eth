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2016" y="-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18408-9BE4-E78E-BFB0-7DB8E8B8C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reen and black rectangles&#10;&#10;AI-generated content may be incorrect.">
            <a:extLst>
              <a:ext uri="{FF2B5EF4-FFF2-40B4-BE49-F238E27FC236}">
                <a16:creationId xmlns:a16="http://schemas.microsoft.com/office/drawing/2014/main" id="{8B37A10F-AEEF-73D1-BE49-BF5E89336B3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09" r="24909"/>
          <a:stretch/>
        </p:blipFill>
        <p:spPr>
          <a:xfrm>
            <a:off x="1750198" y="76200"/>
            <a:ext cx="5982270" cy="6705600"/>
          </a:xfrm>
          <a:prstGeom prst="rect">
            <a:avLst/>
          </a:prstGeom>
        </p:spPr>
      </p:pic>
      <p:sp>
        <p:nvSpPr>
          <p:cNvPr id="65" name="Down Arrow 64">
            <a:extLst>
              <a:ext uri="{FF2B5EF4-FFF2-40B4-BE49-F238E27FC236}">
                <a16:creationId xmlns:a16="http://schemas.microsoft.com/office/drawing/2014/main" id="{6C29106F-512D-9011-C695-7564AE1DEDF9}"/>
              </a:ext>
            </a:extLst>
          </p:cNvPr>
          <p:cNvSpPr/>
          <p:nvPr/>
        </p:nvSpPr>
        <p:spPr>
          <a:xfrm rot="10800000">
            <a:off x="449069" y="152050"/>
            <a:ext cx="457201" cy="150577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9B71D8F-EA8F-9972-7205-AF9DC73F0FE0}"/>
              </a:ext>
            </a:extLst>
          </p:cNvPr>
          <p:cNvSpPr txBox="1"/>
          <p:nvPr/>
        </p:nvSpPr>
        <p:spPr>
          <a:xfrm>
            <a:off x="697989" y="434076"/>
            <a:ext cx="13069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Rolling Direction </a:t>
            </a:r>
          </a:p>
          <a:p>
            <a:pPr algn="ctr"/>
            <a:r>
              <a:rPr lang="en-US" dirty="0"/>
              <a:t>0° 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7BA18BA-F478-CEA5-1775-E5A9CA341864}"/>
              </a:ext>
            </a:extLst>
          </p:cNvPr>
          <p:cNvSpPr/>
          <p:nvPr/>
        </p:nvSpPr>
        <p:spPr>
          <a:xfrm>
            <a:off x="143256" y="5435012"/>
            <a:ext cx="1358021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200" dirty="0"/>
              <a:t>ETH_480x350mm_ShearEDM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v20250509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FA0113-978B-0ABA-D8A5-43B4313428AF}"/>
              </a:ext>
            </a:extLst>
          </p:cNvPr>
          <p:cNvSpPr/>
          <p:nvPr/>
        </p:nvSpPr>
        <p:spPr>
          <a:xfrm>
            <a:off x="2228850" y="426481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C9455E-71A7-91A3-1CFF-BB203E169A10}"/>
              </a:ext>
            </a:extLst>
          </p:cNvPr>
          <p:cNvSpPr/>
          <p:nvPr/>
        </p:nvSpPr>
        <p:spPr>
          <a:xfrm>
            <a:off x="2807494" y="426481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F5489AB-C83E-5EB9-F094-DD284249F5A7}"/>
              </a:ext>
            </a:extLst>
          </p:cNvPr>
          <p:cNvSpPr/>
          <p:nvPr/>
        </p:nvSpPr>
        <p:spPr>
          <a:xfrm>
            <a:off x="3386138" y="426481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7CB4DD-8DEB-5329-F472-CE6F360924E8}"/>
              </a:ext>
            </a:extLst>
          </p:cNvPr>
          <p:cNvSpPr/>
          <p:nvPr/>
        </p:nvSpPr>
        <p:spPr>
          <a:xfrm>
            <a:off x="4419600" y="4150816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0323F2E-5E1C-E575-77AC-1CE031F6A6F4}"/>
              </a:ext>
            </a:extLst>
          </p:cNvPr>
          <p:cNvSpPr/>
          <p:nvPr/>
        </p:nvSpPr>
        <p:spPr>
          <a:xfrm>
            <a:off x="5334000" y="4150816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CDCBE5-6EFA-39A0-6025-B4661B6929AE}"/>
              </a:ext>
            </a:extLst>
          </p:cNvPr>
          <p:cNvSpPr/>
          <p:nvPr/>
        </p:nvSpPr>
        <p:spPr>
          <a:xfrm>
            <a:off x="6223647" y="4150816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3ADBD6-B8AB-A764-9C88-0421C4307838}"/>
              </a:ext>
            </a:extLst>
          </p:cNvPr>
          <p:cNvSpPr/>
          <p:nvPr/>
        </p:nvSpPr>
        <p:spPr>
          <a:xfrm>
            <a:off x="2226469" y="2749550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14CBBD-F51A-E0F2-91BF-7A8C1E476C9B}"/>
              </a:ext>
            </a:extLst>
          </p:cNvPr>
          <p:cNvSpPr/>
          <p:nvPr/>
        </p:nvSpPr>
        <p:spPr>
          <a:xfrm>
            <a:off x="2805113" y="2749550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F15A6E7-8EFB-BAB0-E3D8-E3A4C25AFEAE}"/>
              </a:ext>
            </a:extLst>
          </p:cNvPr>
          <p:cNvSpPr/>
          <p:nvPr/>
        </p:nvSpPr>
        <p:spPr>
          <a:xfrm>
            <a:off x="3383757" y="2749550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836DFC5-C33D-BE00-6EAD-9B898C8D7C7D}"/>
              </a:ext>
            </a:extLst>
          </p:cNvPr>
          <p:cNvSpPr/>
          <p:nvPr/>
        </p:nvSpPr>
        <p:spPr>
          <a:xfrm>
            <a:off x="4638675" y="3022104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AD8DD09-5D6D-97FB-ECBE-A5D3484E9A86}"/>
              </a:ext>
            </a:extLst>
          </p:cNvPr>
          <p:cNvSpPr/>
          <p:nvPr/>
        </p:nvSpPr>
        <p:spPr>
          <a:xfrm>
            <a:off x="5553075" y="3022104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F5F82EA-1A96-2CD3-82BA-ED5A6F7E7BA2}"/>
              </a:ext>
            </a:extLst>
          </p:cNvPr>
          <p:cNvSpPr/>
          <p:nvPr/>
        </p:nvSpPr>
        <p:spPr>
          <a:xfrm>
            <a:off x="6442722" y="3022104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202C14-293F-6BB1-DF3A-E69164B98443}"/>
              </a:ext>
            </a:extLst>
          </p:cNvPr>
          <p:cNvSpPr/>
          <p:nvPr/>
        </p:nvSpPr>
        <p:spPr>
          <a:xfrm>
            <a:off x="4267200" y="2124373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51F633B-0001-0A1C-E540-F029E740BDC6}"/>
              </a:ext>
            </a:extLst>
          </p:cNvPr>
          <p:cNvSpPr/>
          <p:nvPr/>
        </p:nvSpPr>
        <p:spPr>
          <a:xfrm>
            <a:off x="5181600" y="2124373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D6759C9-8542-1B74-A24C-97DE5707A8D0}"/>
              </a:ext>
            </a:extLst>
          </p:cNvPr>
          <p:cNvSpPr/>
          <p:nvPr/>
        </p:nvSpPr>
        <p:spPr>
          <a:xfrm>
            <a:off x="6071247" y="2124373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29EB056-666F-B45F-4646-D71A22A8C574}"/>
              </a:ext>
            </a:extLst>
          </p:cNvPr>
          <p:cNvSpPr/>
          <p:nvPr/>
        </p:nvSpPr>
        <p:spPr>
          <a:xfrm>
            <a:off x="3795713" y="795635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E57CB3B-4FB1-E81C-033E-E30BB8B41025}"/>
              </a:ext>
            </a:extLst>
          </p:cNvPr>
          <p:cNvSpPr/>
          <p:nvPr/>
        </p:nvSpPr>
        <p:spPr>
          <a:xfrm>
            <a:off x="4710113" y="795635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6367D39-96C1-0931-13DD-191D7043956A}"/>
              </a:ext>
            </a:extLst>
          </p:cNvPr>
          <p:cNvSpPr/>
          <p:nvPr/>
        </p:nvSpPr>
        <p:spPr>
          <a:xfrm>
            <a:off x="5599760" y="795635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0DDB5E-205D-4A6E-42D2-A94CC83646EB}"/>
              </a:ext>
            </a:extLst>
          </p:cNvPr>
          <p:cNvSpPr/>
          <p:nvPr/>
        </p:nvSpPr>
        <p:spPr>
          <a:xfrm>
            <a:off x="2879407" y="552330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E62510B-68F1-55C6-1F61-0CEE309F47DF}"/>
              </a:ext>
            </a:extLst>
          </p:cNvPr>
          <p:cNvSpPr/>
          <p:nvPr/>
        </p:nvSpPr>
        <p:spPr>
          <a:xfrm>
            <a:off x="2879407" y="6120288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A0E91F-EEA7-671E-42F3-A481250EEB43}"/>
              </a:ext>
            </a:extLst>
          </p:cNvPr>
          <p:cNvSpPr/>
          <p:nvPr/>
        </p:nvSpPr>
        <p:spPr>
          <a:xfrm>
            <a:off x="4419600" y="552330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AF1A178-DAD4-B17A-709E-C68F160F606B}"/>
              </a:ext>
            </a:extLst>
          </p:cNvPr>
          <p:cNvSpPr/>
          <p:nvPr/>
        </p:nvSpPr>
        <p:spPr>
          <a:xfrm>
            <a:off x="4419600" y="6120288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49840E7-641F-0F79-BE14-EC88630DF445}"/>
              </a:ext>
            </a:extLst>
          </p:cNvPr>
          <p:cNvSpPr/>
          <p:nvPr/>
        </p:nvSpPr>
        <p:spPr>
          <a:xfrm>
            <a:off x="5989007" y="5523309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03CFA45-DFC8-0FF3-A320-2D334996F0EE}"/>
              </a:ext>
            </a:extLst>
          </p:cNvPr>
          <p:cNvSpPr/>
          <p:nvPr/>
        </p:nvSpPr>
        <p:spPr>
          <a:xfrm>
            <a:off x="5989007" y="6120288"/>
            <a:ext cx="45719" cy="645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545E8ED-FF40-0593-2435-B80E1D24B321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341727" y="2254763"/>
            <a:ext cx="884742" cy="527053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33B4438-833C-C18F-ECDF-86F3A5DA40A8}"/>
              </a:ext>
            </a:extLst>
          </p:cNvPr>
          <p:cNvSpPr txBox="1"/>
          <p:nvPr/>
        </p:nvSpPr>
        <p:spPr>
          <a:xfrm>
            <a:off x="160051" y="1918057"/>
            <a:ext cx="16360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Mikrosteg</a:t>
            </a:r>
            <a:r>
              <a:rPr lang="en-US" dirty="0">
                <a:solidFill>
                  <a:srgbClr val="FF0000"/>
                </a:solidFill>
              </a:rPr>
              <a:t> - bitte </a:t>
            </a:r>
            <a:r>
              <a:rPr lang="en-US" dirty="0" err="1">
                <a:solidFill>
                  <a:srgbClr val="FF0000"/>
                </a:solidFill>
              </a:rPr>
              <a:t>genau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mittig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EEAB0F8-26C1-BA49-DEEE-24EB4C195C72}"/>
              </a:ext>
            </a:extLst>
          </p:cNvPr>
          <p:cNvCxnSpPr>
            <a:cxnSpLocks/>
          </p:cNvCxnSpPr>
          <p:nvPr/>
        </p:nvCxnSpPr>
        <p:spPr>
          <a:xfrm>
            <a:off x="1539293" y="3937510"/>
            <a:ext cx="710035" cy="0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E802995-E2A9-C865-94B9-AAAF4F5447CF}"/>
              </a:ext>
            </a:extLst>
          </p:cNvPr>
          <p:cNvSpPr txBox="1"/>
          <p:nvPr/>
        </p:nvSpPr>
        <p:spPr>
          <a:xfrm>
            <a:off x="155489" y="3475876"/>
            <a:ext cx="15776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Normal quality</a:t>
            </a:r>
          </a:p>
          <a:p>
            <a:pPr algn="ctr"/>
            <a:r>
              <a:rPr lang="en-US" dirty="0">
                <a:solidFill>
                  <a:srgbClr val="00B050"/>
                </a:solidFill>
              </a:rPr>
              <a:t>(Q3)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D49B1A2-E34F-DC42-D926-943AF6AEB82F}"/>
              </a:ext>
            </a:extLst>
          </p:cNvPr>
          <p:cNvCxnSpPr>
            <a:cxnSpLocks/>
          </p:cNvCxnSpPr>
          <p:nvPr/>
        </p:nvCxnSpPr>
        <p:spPr>
          <a:xfrm>
            <a:off x="1501277" y="4572000"/>
            <a:ext cx="805807" cy="7607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EF51266-8911-3886-CACF-0E975FE5E4D2}"/>
              </a:ext>
            </a:extLst>
          </p:cNvPr>
          <p:cNvSpPr txBox="1"/>
          <p:nvPr/>
        </p:nvSpPr>
        <p:spPr>
          <a:xfrm>
            <a:off x="108024" y="4110365"/>
            <a:ext cx="15964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Highest quality (Q5)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47F870A-9F4E-9AFA-AE06-25B0AC0141E2}"/>
              </a:ext>
            </a:extLst>
          </p:cNvPr>
          <p:cNvCxnSpPr>
            <a:cxnSpLocks/>
            <a:stCxn id="50" idx="1"/>
          </p:cNvCxnSpPr>
          <p:nvPr/>
        </p:nvCxnSpPr>
        <p:spPr>
          <a:xfrm flipH="1">
            <a:off x="6488441" y="5324565"/>
            <a:ext cx="979160" cy="820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8783821-435E-6D51-77F5-370FF28FD5A4}"/>
              </a:ext>
            </a:extLst>
          </p:cNvPr>
          <p:cNvSpPr txBox="1"/>
          <p:nvPr/>
        </p:nvSpPr>
        <p:spPr>
          <a:xfrm>
            <a:off x="7467601" y="4724400"/>
            <a:ext cx="15683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Text </a:t>
            </a:r>
            <a:r>
              <a:rPr lang="en-US" dirty="0" err="1"/>
              <a:t>ist</a:t>
            </a:r>
            <a:r>
              <a:rPr lang="en-US" dirty="0"/>
              <a:t>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zur</a:t>
            </a:r>
            <a:r>
              <a:rPr lang="en-US" dirty="0"/>
              <a:t> Information, bitte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gravieren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351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On-screen Show (4:3)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roth</dc:creator>
  <cp:lastModifiedBy>Roth  Christian</cp:lastModifiedBy>
  <cp:revision>53</cp:revision>
  <cp:lastPrinted>2019-03-06T10:11:30Z</cp:lastPrinted>
  <dcterms:created xsi:type="dcterms:W3CDTF">2006-08-16T00:00:00Z</dcterms:created>
  <dcterms:modified xsi:type="dcterms:W3CDTF">2025-05-09T12:43:18Z</dcterms:modified>
</cp:coreProperties>
</file>