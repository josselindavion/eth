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3" r:id="rId2"/>
    <p:sldId id="264" r:id="rId3"/>
  </p:sldIdLst>
  <p:sldSz cx="9144000" cy="6858000" type="screen4x3"/>
  <p:notesSz cx="7099300" cy="10234613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33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47" d="100"/>
          <a:sy n="147" d="100"/>
        </p:scale>
        <p:origin x="2106" y="10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4/14/2025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4/14/2025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4/14/2025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4/14/2025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618408-9BE4-E78E-BFB0-7DB8E8B8C3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blueprint of a building&#10;&#10;AI-generated content may be incorrect.">
            <a:extLst>
              <a:ext uri="{FF2B5EF4-FFF2-40B4-BE49-F238E27FC236}">
                <a16:creationId xmlns:a16="http://schemas.microsoft.com/office/drawing/2014/main" id="{629938C9-FE3C-2384-7353-7734191E063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9298"/>
          <a:stretch/>
        </p:blipFill>
        <p:spPr>
          <a:xfrm>
            <a:off x="2689588" y="44990"/>
            <a:ext cx="6100522" cy="6768019"/>
          </a:xfrm>
          <a:prstGeom prst="rect">
            <a:avLst/>
          </a:prstGeom>
        </p:spPr>
      </p:pic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E4007E37-776E-F902-5025-8DAECF992F2B}"/>
              </a:ext>
            </a:extLst>
          </p:cNvPr>
          <p:cNvCxnSpPr/>
          <p:nvPr/>
        </p:nvCxnSpPr>
        <p:spPr>
          <a:xfrm>
            <a:off x="2689588" y="1914660"/>
            <a:ext cx="690690" cy="59618"/>
          </a:xfrm>
          <a:prstGeom prst="straightConnector1">
            <a:avLst/>
          </a:prstGeom>
          <a:ln>
            <a:solidFill>
              <a:srgbClr val="00B05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F0493C0A-E80A-7760-CAE7-53FD8EC2BB26}"/>
              </a:ext>
            </a:extLst>
          </p:cNvPr>
          <p:cNvSpPr txBox="1"/>
          <p:nvPr/>
        </p:nvSpPr>
        <p:spPr>
          <a:xfrm>
            <a:off x="1252765" y="1529360"/>
            <a:ext cx="157767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B050"/>
                </a:solidFill>
              </a:rPr>
              <a:t>Normal quality</a:t>
            </a:r>
          </a:p>
          <a:p>
            <a:pPr algn="ctr"/>
            <a:r>
              <a:rPr lang="en-US" dirty="0">
                <a:solidFill>
                  <a:srgbClr val="00B050"/>
                </a:solidFill>
              </a:rPr>
              <a:t>(Q3)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F8E18A0D-E751-559D-933E-4C5E3B825EA8}"/>
              </a:ext>
            </a:extLst>
          </p:cNvPr>
          <p:cNvCxnSpPr>
            <a:cxnSpLocks/>
            <a:stCxn id="12" idx="3"/>
          </p:cNvCxnSpPr>
          <p:nvPr/>
        </p:nvCxnSpPr>
        <p:spPr>
          <a:xfrm>
            <a:off x="2209800" y="3369512"/>
            <a:ext cx="1170478" cy="3195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D289250F-7766-9BB2-5D95-B43865E0017C}"/>
              </a:ext>
            </a:extLst>
          </p:cNvPr>
          <p:cNvSpPr txBox="1"/>
          <p:nvPr/>
        </p:nvSpPr>
        <p:spPr>
          <a:xfrm>
            <a:off x="613308" y="3046346"/>
            <a:ext cx="159649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0070C0"/>
                </a:solidFill>
              </a:rPr>
              <a:t>Highest quality (Q5)</a:t>
            </a: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7AB153F7-FA41-630E-B6BD-173C3D23130E}"/>
              </a:ext>
            </a:extLst>
          </p:cNvPr>
          <p:cNvCxnSpPr>
            <a:cxnSpLocks/>
          </p:cNvCxnSpPr>
          <p:nvPr/>
        </p:nvCxnSpPr>
        <p:spPr>
          <a:xfrm>
            <a:off x="2913535" y="6779995"/>
            <a:ext cx="5633554" cy="0"/>
          </a:xfrm>
          <a:prstGeom prst="straightConnector1">
            <a:avLst/>
          </a:prstGeom>
          <a:ln>
            <a:solidFill>
              <a:schemeClr val="tx1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D6A0FB1B-4E88-AF7A-C821-470548931340}"/>
              </a:ext>
            </a:extLst>
          </p:cNvPr>
          <p:cNvSpPr txBox="1"/>
          <p:nvPr/>
        </p:nvSpPr>
        <p:spPr>
          <a:xfrm>
            <a:off x="5019220" y="6421576"/>
            <a:ext cx="14221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 min 500 mm</a:t>
            </a:r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464010C2-73A9-BE5A-35E1-E035315D5806}"/>
              </a:ext>
            </a:extLst>
          </p:cNvPr>
          <p:cNvCxnSpPr>
            <a:cxnSpLocks/>
          </p:cNvCxnSpPr>
          <p:nvPr/>
        </p:nvCxnSpPr>
        <p:spPr>
          <a:xfrm flipV="1">
            <a:off x="8916422" y="152050"/>
            <a:ext cx="0" cy="6660184"/>
          </a:xfrm>
          <a:prstGeom prst="straightConnector1">
            <a:avLst/>
          </a:prstGeom>
          <a:ln>
            <a:solidFill>
              <a:schemeClr val="tx1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77F25F19-0F7B-E2E2-1119-1A21D3C33584}"/>
              </a:ext>
            </a:extLst>
          </p:cNvPr>
          <p:cNvSpPr txBox="1"/>
          <p:nvPr/>
        </p:nvSpPr>
        <p:spPr>
          <a:xfrm rot="16200000">
            <a:off x="8561139" y="3403749"/>
            <a:ext cx="9044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600mm</a:t>
            </a:r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73160C2E-5068-7F0C-FFE5-97C667C9B484}"/>
              </a:ext>
            </a:extLst>
          </p:cNvPr>
          <p:cNvCxnSpPr>
            <a:cxnSpLocks/>
          </p:cNvCxnSpPr>
          <p:nvPr/>
        </p:nvCxnSpPr>
        <p:spPr>
          <a:xfrm>
            <a:off x="1622705" y="4944575"/>
            <a:ext cx="1922637" cy="1367381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98E2F86A-5C1C-4081-CC8B-BA423D7CB7D7}"/>
              </a:ext>
            </a:extLst>
          </p:cNvPr>
          <p:cNvSpPr txBox="1"/>
          <p:nvPr/>
        </p:nvSpPr>
        <p:spPr>
          <a:xfrm>
            <a:off x="827123" y="4607423"/>
            <a:ext cx="11232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solidFill>
                  <a:srgbClr val="FF0000"/>
                </a:solidFill>
              </a:rPr>
              <a:t>Mikrosteg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65" name="Down Arrow 64">
            <a:extLst>
              <a:ext uri="{FF2B5EF4-FFF2-40B4-BE49-F238E27FC236}">
                <a16:creationId xmlns:a16="http://schemas.microsoft.com/office/drawing/2014/main" id="{6C29106F-512D-9011-C695-7564AE1DEDF9}"/>
              </a:ext>
            </a:extLst>
          </p:cNvPr>
          <p:cNvSpPr/>
          <p:nvPr/>
        </p:nvSpPr>
        <p:spPr>
          <a:xfrm rot="10800000">
            <a:off x="449069" y="152050"/>
            <a:ext cx="457201" cy="1505774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D9B71D8F-EA8F-9972-7205-AF9DC73F0FE0}"/>
              </a:ext>
            </a:extLst>
          </p:cNvPr>
          <p:cNvSpPr txBox="1"/>
          <p:nvPr/>
        </p:nvSpPr>
        <p:spPr>
          <a:xfrm>
            <a:off x="697989" y="434076"/>
            <a:ext cx="130697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Rolling Direction </a:t>
            </a:r>
          </a:p>
          <a:p>
            <a:pPr algn="ctr"/>
            <a:r>
              <a:rPr lang="en-US" dirty="0"/>
              <a:t>0° </a:t>
            </a:r>
          </a:p>
        </p:txBody>
      </p:sp>
      <p:cxnSp>
        <p:nvCxnSpPr>
          <p:cNvPr id="62" name="Straight Arrow Connector 61">
            <a:extLst>
              <a:ext uri="{FF2B5EF4-FFF2-40B4-BE49-F238E27FC236}">
                <a16:creationId xmlns:a16="http://schemas.microsoft.com/office/drawing/2014/main" id="{31A6FF50-5DE7-3405-8A26-97A3FC0543D1}"/>
              </a:ext>
            </a:extLst>
          </p:cNvPr>
          <p:cNvCxnSpPr>
            <a:cxnSpLocks/>
          </p:cNvCxnSpPr>
          <p:nvPr/>
        </p:nvCxnSpPr>
        <p:spPr>
          <a:xfrm>
            <a:off x="2209800" y="2672603"/>
            <a:ext cx="1657175" cy="554249"/>
          </a:xfrm>
          <a:prstGeom prst="straightConnector1">
            <a:avLst/>
          </a:prstGeom>
          <a:ln>
            <a:solidFill>
              <a:srgbClr val="00B0F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" name="TextBox 62">
            <a:extLst>
              <a:ext uri="{FF2B5EF4-FFF2-40B4-BE49-F238E27FC236}">
                <a16:creationId xmlns:a16="http://schemas.microsoft.com/office/drawing/2014/main" id="{A51C46C0-A4ED-5EAA-BD5D-06D359F24878}"/>
              </a:ext>
            </a:extLst>
          </p:cNvPr>
          <p:cNvSpPr txBox="1"/>
          <p:nvPr/>
        </p:nvSpPr>
        <p:spPr>
          <a:xfrm>
            <a:off x="941235" y="2247356"/>
            <a:ext cx="138427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00B0F0"/>
                </a:solidFill>
              </a:rPr>
              <a:t>Medium quality (Q4)</a:t>
            </a:r>
          </a:p>
        </p:txBody>
      </p:sp>
      <p:sp>
        <p:nvSpPr>
          <p:cNvPr id="107" name="Rectangle 106">
            <a:extLst>
              <a:ext uri="{FF2B5EF4-FFF2-40B4-BE49-F238E27FC236}">
                <a16:creationId xmlns:a16="http://schemas.microsoft.com/office/drawing/2014/main" id="{67BA18BA-F478-CEA5-1775-E5A9CA341864}"/>
              </a:ext>
            </a:extLst>
          </p:cNvPr>
          <p:cNvSpPr/>
          <p:nvPr/>
        </p:nvSpPr>
        <p:spPr>
          <a:xfrm>
            <a:off x="143256" y="5435012"/>
            <a:ext cx="1358021" cy="830997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en-US" sz="1200" dirty="0"/>
              <a:t>ETH/600x500mm_2_SHEET_1</a:t>
            </a:r>
          </a:p>
          <a:p>
            <a:pPr algn="ctr"/>
            <a:endParaRPr lang="en-US" sz="1200" dirty="0"/>
          </a:p>
          <a:p>
            <a:pPr algn="ctr"/>
            <a:r>
              <a:rPr lang="en-US" sz="1200" dirty="0"/>
              <a:t>v20250220</a:t>
            </a:r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2770608B-6EA6-E3E3-A227-C5D14948A6D0}"/>
              </a:ext>
            </a:extLst>
          </p:cNvPr>
          <p:cNvCxnSpPr>
            <a:cxnSpLocks/>
            <a:stCxn id="12" idx="3"/>
          </p:cNvCxnSpPr>
          <p:nvPr/>
        </p:nvCxnSpPr>
        <p:spPr>
          <a:xfrm>
            <a:off x="2209800" y="3369512"/>
            <a:ext cx="1783318" cy="261637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Rectangle 26">
            <a:extLst>
              <a:ext uri="{FF2B5EF4-FFF2-40B4-BE49-F238E27FC236}">
                <a16:creationId xmlns:a16="http://schemas.microsoft.com/office/drawing/2014/main" id="{5C05341F-63B5-7556-ED94-D15B8188CC9A}"/>
              </a:ext>
            </a:extLst>
          </p:cNvPr>
          <p:cNvSpPr/>
          <p:nvPr/>
        </p:nvSpPr>
        <p:spPr>
          <a:xfrm>
            <a:off x="3561472" y="6281069"/>
            <a:ext cx="45719" cy="64532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F33472EA-4FBD-1A7F-7350-E77664826A4B}"/>
              </a:ext>
            </a:extLst>
          </p:cNvPr>
          <p:cNvSpPr/>
          <p:nvPr/>
        </p:nvSpPr>
        <p:spPr>
          <a:xfrm>
            <a:off x="3970258" y="6279690"/>
            <a:ext cx="45719" cy="64532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0E1A9C3D-3453-BA00-BEE4-BCBD75437999}"/>
              </a:ext>
            </a:extLst>
          </p:cNvPr>
          <p:cNvSpPr/>
          <p:nvPr/>
        </p:nvSpPr>
        <p:spPr>
          <a:xfrm>
            <a:off x="4356184" y="6266009"/>
            <a:ext cx="45719" cy="64532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83B09427-069C-6C5C-07AD-99F5ED7DE176}"/>
              </a:ext>
            </a:extLst>
          </p:cNvPr>
          <p:cNvSpPr/>
          <p:nvPr/>
        </p:nvSpPr>
        <p:spPr>
          <a:xfrm>
            <a:off x="4724455" y="6266009"/>
            <a:ext cx="45719" cy="64532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867ACF2B-E58B-CE4F-0C72-8B43569BA0CF}"/>
              </a:ext>
            </a:extLst>
          </p:cNvPr>
          <p:cNvSpPr/>
          <p:nvPr/>
        </p:nvSpPr>
        <p:spPr>
          <a:xfrm>
            <a:off x="4643365" y="2175691"/>
            <a:ext cx="45719" cy="64532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604465F3-9B4F-B503-E943-6315EF5EC2FB}"/>
              </a:ext>
            </a:extLst>
          </p:cNvPr>
          <p:cNvSpPr/>
          <p:nvPr/>
        </p:nvSpPr>
        <p:spPr>
          <a:xfrm>
            <a:off x="4437436" y="2916208"/>
            <a:ext cx="45719" cy="64532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BCAC3300-1A5B-86BE-C013-F9DA37D94964}"/>
              </a:ext>
            </a:extLst>
          </p:cNvPr>
          <p:cNvSpPr/>
          <p:nvPr/>
        </p:nvSpPr>
        <p:spPr>
          <a:xfrm>
            <a:off x="4012227" y="2566122"/>
            <a:ext cx="45719" cy="64532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BCA3BFF5-8382-F5F3-AD9E-2273DE758A85}"/>
              </a:ext>
            </a:extLst>
          </p:cNvPr>
          <p:cNvSpPr/>
          <p:nvPr/>
        </p:nvSpPr>
        <p:spPr>
          <a:xfrm>
            <a:off x="3784369" y="2247356"/>
            <a:ext cx="45719" cy="64532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21679DFE-EE28-006D-FEF8-4600BADB99E8}"/>
              </a:ext>
            </a:extLst>
          </p:cNvPr>
          <p:cNvSpPr/>
          <p:nvPr/>
        </p:nvSpPr>
        <p:spPr>
          <a:xfrm>
            <a:off x="5023560" y="3128294"/>
            <a:ext cx="45719" cy="64532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9D98FCE2-F5C0-9694-ABF0-35801B6B314F}"/>
              </a:ext>
            </a:extLst>
          </p:cNvPr>
          <p:cNvSpPr/>
          <p:nvPr/>
        </p:nvSpPr>
        <p:spPr>
          <a:xfrm>
            <a:off x="5432346" y="3126915"/>
            <a:ext cx="45719" cy="64532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2D157176-7F2D-F3AA-CE8A-CECA5344212E}"/>
              </a:ext>
            </a:extLst>
          </p:cNvPr>
          <p:cNvSpPr/>
          <p:nvPr/>
        </p:nvSpPr>
        <p:spPr>
          <a:xfrm>
            <a:off x="5818272" y="3113234"/>
            <a:ext cx="45719" cy="64532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36B3C49B-F6CE-3874-2FBB-D541D21D942F}"/>
              </a:ext>
            </a:extLst>
          </p:cNvPr>
          <p:cNvSpPr/>
          <p:nvPr/>
        </p:nvSpPr>
        <p:spPr>
          <a:xfrm>
            <a:off x="6186543" y="3113234"/>
            <a:ext cx="45719" cy="64532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F31D3D0B-8F95-128D-0ABB-2BA5121A82BE}"/>
              </a:ext>
            </a:extLst>
          </p:cNvPr>
          <p:cNvSpPr/>
          <p:nvPr/>
        </p:nvSpPr>
        <p:spPr>
          <a:xfrm>
            <a:off x="6610350" y="4715651"/>
            <a:ext cx="45719" cy="64532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44B9F0EB-409B-A0C0-C8EF-8D058E539412}"/>
              </a:ext>
            </a:extLst>
          </p:cNvPr>
          <p:cNvSpPr/>
          <p:nvPr/>
        </p:nvSpPr>
        <p:spPr>
          <a:xfrm>
            <a:off x="7019136" y="4714272"/>
            <a:ext cx="45719" cy="64532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3308383B-A6FB-5CCE-F597-8E33CB873761}"/>
              </a:ext>
            </a:extLst>
          </p:cNvPr>
          <p:cNvSpPr/>
          <p:nvPr/>
        </p:nvSpPr>
        <p:spPr>
          <a:xfrm>
            <a:off x="7405062" y="4700591"/>
            <a:ext cx="45719" cy="64532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E9005394-EEDA-2D2E-C9F2-B852D78AC99C}"/>
              </a:ext>
            </a:extLst>
          </p:cNvPr>
          <p:cNvSpPr/>
          <p:nvPr/>
        </p:nvSpPr>
        <p:spPr>
          <a:xfrm>
            <a:off x="7773333" y="4700591"/>
            <a:ext cx="45719" cy="64532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47" name="Group 46">
            <a:extLst>
              <a:ext uri="{FF2B5EF4-FFF2-40B4-BE49-F238E27FC236}">
                <a16:creationId xmlns:a16="http://schemas.microsoft.com/office/drawing/2014/main" id="{7D2D2FB0-4220-1D06-D2B0-48D97F0AB8F8}"/>
              </a:ext>
            </a:extLst>
          </p:cNvPr>
          <p:cNvGrpSpPr/>
          <p:nvPr/>
        </p:nvGrpSpPr>
        <p:grpSpPr>
          <a:xfrm rot="16200000">
            <a:off x="7360245" y="2305398"/>
            <a:ext cx="1208702" cy="79592"/>
            <a:chOff x="8197140" y="6287948"/>
            <a:chExt cx="1208702" cy="79592"/>
          </a:xfrm>
        </p:grpSpPr>
        <p:sp>
          <p:nvSpPr>
            <p:cNvPr id="43" name="Rectangle 42">
              <a:extLst>
                <a:ext uri="{FF2B5EF4-FFF2-40B4-BE49-F238E27FC236}">
                  <a16:creationId xmlns:a16="http://schemas.microsoft.com/office/drawing/2014/main" id="{57A9421A-DB14-71AF-05A5-8C1A81E21F1E}"/>
                </a:ext>
              </a:extLst>
            </p:cNvPr>
            <p:cNvSpPr/>
            <p:nvPr/>
          </p:nvSpPr>
          <p:spPr>
            <a:xfrm>
              <a:off x="8197140" y="6303008"/>
              <a:ext cx="45719" cy="64532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4" name="Rectangle 43">
              <a:extLst>
                <a:ext uri="{FF2B5EF4-FFF2-40B4-BE49-F238E27FC236}">
                  <a16:creationId xmlns:a16="http://schemas.microsoft.com/office/drawing/2014/main" id="{684C58C7-C831-E165-261E-0EAC397E8CB9}"/>
                </a:ext>
              </a:extLst>
            </p:cNvPr>
            <p:cNvSpPr/>
            <p:nvPr/>
          </p:nvSpPr>
          <p:spPr>
            <a:xfrm>
              <a:off x="8605926" y="6301629"/>
              <a:ext cx="45719" cy="64532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5" name="Rectangle 44">
              <a:extLst>
                <a:ext uri="{FF2B5EF4-FFF2-40B4-BE49-F238E27FC236}">
                  <a16:creationId xmlns:a16="http://schemas.microsoft.com/office/drawing/2014/main" id="{113408B0-D859-26D1-B6C3-EAA297EC9385}"/>
                </a:ext>
              </a:extLst>
            </p:cNvPr>
            <p:cNvSpPr/>
            <p:nvPr/>
          </p:nvSpPr>
          <p:spPr>
            <a:xfrm>
              <a:off x="8991852" y="6287948"/>
              <a:ext cx="45719" cy="64532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6" name="Rectangle 45">
              <a:extLst>
                <a:ext uri="{FF2B5EF4-FFF2-40B4-BE49-F238E27FC236}">
                  <a16:creationId xmlns:a16="http://schemas.microsoft.com/office/drawing/2014/main" id="{4EA60D36-142A-6B48-12F3-A991593C074B}"/>
                </a:ext>
              </a:extLst>
            </p:cNvPr>
            <p:cNvSpPr/>
            <p:nvPr/>
          </p:nvSpPr>
          <p:spPr>
            <a:xfrm>
              <a:off x="9360123" y="6287948"/>
              <a:ext cx="45719" cy="64532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48" name="Group 47">
            <a:extLst>
              <a:ext uri="{FF2B5EF4-FFF2-40B4-BE49-F238E27FC236}">
                <a16:creationId xmlns:a16="http://schemas.microsoft.com/office/drawing/2014/main" id="{887787AA-711F-B9EC-5454-CA6EF07BFBA3}"/>
              </a:ext>
            </a:extLst>
          </p:cNvPr>
          <p:cNvGrpSpPr/>
          <p:nvPr/>
        </p:nvGrpSpPr>
        <p:grpSpPr>
          <a:xfrm rot="16200000">
            <a:off x="4345583" y="3857973"/>
            <a:ext cx="1208702" cy="79592"/>
            <a:chOff x="8197140" y="6287948"/>
            <a:chExt cx="1208702" cy="79592"/>
          </a:xfrm>
        </p:grpSpPr>
        <p:sp>
          <p:nvSpPr>
            <p:cNvPr id="49" name="Rectangle 48">
              <a:extLst>
                <a:ext uri="{FF2B5EF4-FFF2-40B4-BE49-F238E27FC236}">
                  <a16:creationId xmlns:a16="http://schemas.microsoft.com/office/drawing/2014/main" id="{28666DC4-2235-06DC-E429-6B92CBF4BA9F}"/>
                </a:ext>
              </a:extLst>
            </p:cNvPr>
            <p:cNvSpPr/>
            <p:nvPr/>
          </p:nvSpPr>
          <p:spPr>
            <a:xfrm>
              <a:off x="8197140" y="6303008"/>
              <a:ext cx="45719" cy="64532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0" name="Rectangle 49">
              <a:extLst>
                <a:ext uri="{FF2B5EF4-FFF2-40B4-BE49-F238E27FC236}">
                  <a16:creationId xmlns:a16="http://schemas.microsoft.com/office/drawing/2014/main" id="{C86F3143-AE49-D33F-39B3-58028394CD56}"/>
                </a:ext>
              </a:extLst>
            </p:cNvPr>
            <p:cNvSpPr/>
            <p:nvPr/>
          </p:nvSpPr>
          <p:spPr>
            <a:xfrm>
              <a:off x="8605926" y="6301629"/>
              <a:ext cx="45719" cy="64532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1" name="Rectangle 50">
              <a:extLst>
                <a:ext uri="{FF2B5EF4-FFF2-40B4-BE49-F238E27FC236}">
                  <a16:creationId xmlns:a16="http://schemas.microsoft.com/office/drawing/2014/main" id="{A3BD902C-4853-0705-E98E-E61E25596490}"/>
                </a:ext>
              </a:extLst>
            </p:cNvPr>
            <p:cNvSpPr/>
            <p:nvPr/>
          </p:nvSpPr>
          <p:spPr>
            <a:xfrm>
              <a:off x="8991852" y="6287948"/>
              <a:ext cx="45719" cy="64532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2" name="Rectangle 51">
              <a:extLst>
                <a:ext uri="{FF2B5EF4-FFF2-40B4-BE49-F238E27FC236}">
                  <a16:creationId xmlns:a16="http://schemas.microsoft.com/office/drawing/2014/main" id="{E469D4ED-AC8E-6527-CE56-8384BDEDE493}"/>
                </a:ext>
              </a:extLst>
            </p:cNvPr>
            <p:cNvSpPr/>
            <p:nvPr/>
          </p:nvSpPr>
          <p:spPr>
            <a:xfrm>
              <a:off x="9360123" y="6287948"/>
              <a:ext cx="45719" cy="64532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53" name="Group 52">
            <a:extLst>
              <a:ext uri="{FF2B5EF4-FFF2-40B4-BE49-F238E27FC236}">
                <a16:creationId xmlns:a16="http://schemas.microsoft.com/office/drawing/2014/main" id="{AA59AA74-2BCA-A3FB-B6BC-05F024EA5BB7}"/>
              </a:ext>
            </a:extLst>
          </p:cNvPr>
          <p:cNvGrpSpPr/>
          <p:nvPr/>
        </p:nvGrpSpPr>
        <p:grpSpPr>
          <a:xfrm rot="16200000">
            <a:off x="5893396" y="5439123"/>
            <a:ext cx="1208702" cy="79592"/>
            <a:chOff x="8197140" y="6287948"/>
            <a:chExt cx="1208702" cy="79592"/>
          </a:xfrm>
        </p:grpSpPr>
        <p:sp>
          <p:nvSpPr>
            <p:cNvPr id="54" name="Rectangle 53">
              <a:extLst>
                <a:ext uri="{FF2B5EF4-FFF2-40B4-BE49-F238E27FC236}">
                  <a16:creationId xmlns:a16="http://schemas.microsoft.com/office/drawing/2014/main" id="{44BFD608-A3B7-24EC-24F3-627B71B049AB}"/>
                </a:ext>
              </a:extLst>
            </p:cNvPr>
            <p:cNvSpPr/>
            <p:nvPr/>
          </p:nvSpPr>
          <p:spPr>
            <a:xfrm>
              <a:off x="8197140" y="6303008"/>
              <a:ext cx="45719" cy="64532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5" name="Rectangle 54">
              <a:extLst>
                <a:ext uri="{FF2B5EF4-FFF2-40B4-BE49-F238E27FC236}">
                  <a16:creationId xmlns:a16="http://schemas.microsoft.com/office/drawing/2014/main" id="{F05BF4C2-44DA-CAA2-D332-BF0ADD32DEB6}"/>
                </a:ext>
              </a:extLst>
            </p:cNvPr>
            <p:cNvSpPr/>
            <p:nvPr/>
          </p:nvSpPr>
          <p:spPr>
            <a:xfrm>
              <a:off x="8605926" y="6301629"/>
              <a:ext cx="45719" cy="64532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6" name="Rectangle 55">
              <a:extLst>
                <a:ext uri="{FF2B5EF4-FFF2-40B4-BE49-F238E27FC236}">
                  <a16:creationId xmlns:a16="http://schemas.microsoft.com/office/drawing/2014/main" id="{78FB31D1-26D4-80E5-2892-8AF43F9B7B47}"/>
                </a:ext>
              </a:extLst>
            </p:cNvPr>
            <p:cNvSpPr/>
            <p:nvPr/>
          </p:nvSpPr>
          <p:spPr>
            <a:xfrm>
              <a:off x="8991852" y="6287948"/>
              <a:ext cx="45719" cy="64532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7" name="Rectangle 56">
              <a:extLst>
                <a:ext uri="{FF2B5EF4-FFF2-40B4-BE49-F238E27FC236}">
                  <a16:creationId xmlns:a16="http://schemas.microsoft.com/office/drawing/2014/main" id="{5D17952E-0AEA-11D3-2A3D-06327147226C}"/>
                </a:ext>
              </a:extLst>
            </p:cNvPr>
            <p:cNvSpPr/>
            <p:nvPr/>
          </p:nvSpPr>
          <p:spPr>
            <a:xfrm>
              <a:off x="9360123" y="6287948"/>
              <a:ext cx="45719" cy="64532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58" name="Rectangle 57">
            <a:extLst>
              <a:ext uri="{FF2B5EF4-FFF2-40B4-BE49-F238E27FC236}">
                <a16:creationId xmlns:a16="http://schemas.microsoft.com/office/drawing/2014/main" id="{ECACF997-3651-1F5D-9C5C-08659EE6A14C}"/>
              </a:ext>
            </a:extLst>
          </p:cNvPr>
          <p:cNvSpPr/>
          <p:nvPr/>
        </p:nvSpPr>
        <p:spPr>
          <a:xfrm>
            <a:off x="6243565" y="3842566"/>
            <a:ext cx="45719" cy="64532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75D0D35F-012C-F143-4BFC-FA9E9A2E7931}"/>
              </a:ext>
            </a:extLst>
          </p:cNvPr>
          <p:cNvSpPr/>
          <p:nvPr/>
        </p:nvSpPr>
        <p:spPr>
          <a:xfrm>
            <a:off x="6037636" y="4583083"/>
            <a:ext cx="45719" cy="64532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0F2ADEFF-CAB0-FB44-6A70-5FF037D64BFA}"/>
              </a:ext>
            </a:extLst>
          </p:cNvPr>
          <p:cNvSpPr/>
          <p:nvPr/>
        </p:nvSpPr>
        <p:spPr>
          <a:xfrm>
            <a:off x="5612427" y="4232997"/>
            <a:ext cx="45719" cy="64532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CE53C19E-2D98-10C6-F34F-415247A8A733}"/>
              </a:ext>
            </a:extLst>
          </p:cNvPr>
          <p:cNvSpPr/>
          <p:nvPr/>
        </p:nvSpPr>
        <p:spPr>
          <a:xfrm>
            <a:off x="5384569" y="3914231"/>
            <a:ext cx="45719" cy="64532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2A85180F-467C-7787-51C1-1E0AB50579F6}"/>
              </a:ext>
            </a:extLst>
          </p:cNvPr>
          <p:cNvSpPr/>
          <p:nvPr/>
        </p:nvSpPr>
        <p:spPr>
          <a:xfrm>
            <a:off x="7779067" y="5400681"/>
            <a:ext cx="45719" cy="64532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7" name="Rectangle 66">
            <a:extLst>
              <a:ext uri="{FF2B5EF4-FFF2-40B4-BE49-F238E27FC236}">
                <a16:creationId xmlns:a16="http://schemas.microsoft.com/office/drawing/2014/main" id="{871E646D-8E66-D765-A66B-27D2D2D09E45}"/>
              </a:ext>
            </a:extLst>
          </p:cNvPr>
          <p:cNvSpPr/>
          <p:nvPr/>
        </p:nvSpPr>
        <p:spPr>
          <a:xfrm>
            <a:off x="7576248" y="6247424"/>
            <a:ext cx="45719" cy="64532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5D494B0A-8D70-6298-6684-1BACCDC011EA}"/>
              </a:ext>
            </a:extLst>
          </p:cNvPr>
          <p:cNvSpPr/>
          <p:nvPr/>
        </p:nvSpPr>
        <p:spPr>
          <a:xfrm>
            <a:off x="7162800" y="5959060"/>
            <a:ext cx="45719" cy="64532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9" name="Rectangle 68">
            <a:extLst>
              <a:ext uri="{FF2B5EF4-FFF2-40B4-BE49-F238E27FC236}">
                <a16:creationId xmlns:a16="http://schemas.microsoft.com/office/drawing/2014/main" id="{289FABF4-C87F-051E-9E20-50632DB3ECC6}"/>
              </a:ext>
            </a:extLst>
          </p:cNvPr>
          <p:cNvSpPr/>
          <p:nvPr/>
        </p:nvSpPr>
        <p:spPr>
          <a:xfrm>
            <a:off x="6920071" y="5472346"/>
            <a:ext cx="45719" cy="64532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935178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F4C4D2-517A-EAF9-1056-F05A7D7044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blueprint of a building&#10;&#10;AI-generated content may be incorrect.">
            <a:extLst>
              <a:ext uri="{FF2B5EF4-FFF2-40B4-BE49-F238E27FC236}">
                <a16:creationId xmlns:a16="http://schemas.microsoft.com/office/drawing/2014/main" id="{FC87F410-D7D5-E833-C0AD-BD507F17E7C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9144" r="154"/>
          <a:stretch/>
        </p:blipFill>
        <p:spPr>
          <a:xfrm>
            <a:off x="2667000" y="17145"/>
            <a:ext cx="6099207" cy="6766560"/>
          </a:xfrm>
          <a:prstGeom prst="rect">
            <a:avLst/>
          </a:prstGeom>
        </p:spPr>
      </p:pic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93E87CDB-A22A-0E3D-FA29-759BE4425B55}"/>
              </a:ext>
            </a:extLst>
          </p:cNvPr>
          <p:cNvCxnSpPr>
            <a:cxnSpLocks/>
          </p:cNvCxnSpPr>
          <p:nvPr/>
        </p:nvCxnSpPr>
        <p:spPr>
          <a:xfrm>
            <a:off x="1633373" y="3519696"/>
            <a:ext cx="1708830" cy="438765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5" name="Down Arrow 64">
            <a:extLst>
              <a:ext uri="{FF2B5EF4-FFF2-40B4-BE49-F238E27FC236}">
                <a16:creationId xmlns:a16="http://schemas.microsoft.com/office/drawing/2014/main" id="{35151996-6591-A9CA-A8BA-5876D2D5689E}"/>
              </a:ext>
            </a:extLst>
          </p:cNvPr>
          <p:cNvSpPr/>
          <p:nvPr/>
        </p:nvSpPr>
        <p:spPr>
          <a:xfrm rot="10800000">
            <a:off x="449069" y="152050"/>
            <a:ext cx="457201" cy="1505774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95B5703E-AD44-E375-C269-B6FEA6FA5458}"/>
              </a:ext>
            </a:extLst>
          </p:cNvPr>
          <p:cNvSpPr txBox="1"/>
          <p:nvPr/>
        </p:nvSpPr>
        <p:spPr>
          <a:xfrm>
            <a:off x="697989" y="434076"/>
            <a:ext cx="130697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Rolling Direction </a:t>
            </a:r>
          </a:p>
          <a:p>
            <a:pPr algn="ctr"/>
            <a:r>
              <a:rPr lang="en-US" dirty="0"/>
              <a:t>0° </a:t>
            </a:r>
          </a:p>
        </p:txBody>
      </p:sp>
      <p:cxnSp>
        <p:nvCxnSpPr>
          <p:cNvPr id="62" name="Straight Arrow Connector 61">
            <a:extLst>
              <a:ext uri="{FF2B5EF4-FFF2-40B4-BE49-F238E27FC236}">
                <a16:creationId xmlns:a16="http://schemas.microsoft.com/office/drawing/2014/main" id="{423E4C4C-B15F-39BC-1D41-FAD0DBF3C8DD}"/>
              </a:ext>
            </a:extLst>
          </p:cNvPr>
          <p:cNvCxnSpPr>
            <a:cxnSpLocks/>
          </p:cNvCxnSpPr>
          <p:nvPr/>
        </p:nvCxnSpPr>
        <p:spPr>
          <a:xfrm>
            <a:off x="1709576" y="2903687"/>
            <a:ext cx="2176624" cy="1136936"/>
          </a:xfrm>
          <a:prstGeom prst="straightConnector1">
            <a:avLst/>
          </a:prstGeom>
          <a:ln>
            <a:solidFill>
              <a:srgbClr val="00B0F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" name="Straight Arrow Connector 1">
            <a:extLst>
              <a:ext uri="{FF2B5EF4-FFF2-40B4-BE49-F238E27FC236}">
                <a16:creationId xmlns:a16="http://schemas.microsoft.com/office/drawing/2014/main" id="{0B7A320E-1948-E5E5-FFF2-5D55C97AD757}"/>
              </a:ext>
            </a:extLst>
          </p:cNvPr>
          <p:cNvCxnSpPr>
            <a:cxnSpLocks/>
          </p:cNvCxnSpPr>
          <p:nvPr/>
        </p:nvCxnSpPr>
        <p:spPr>
          <a:xfrm>
            <a:off x="2913535" y="6779995"/>
            <a:ext cx="5633554" cy="0"/>
          </a:xfrm>
          <a:prstGeom prst="straightConnector1">
            <a:avLst/>
          </a:prstGeom>
          <a:ln>
            <a:solidFill>
              <a:schemeClr val="tx1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373A4B4A-83E5-8F09-F771-D7F3BCDF27CD}"/>
              </a:ext>
            </a:extLst>
          </p:cNvPr>
          <p:cNvSpPr txBox="1"/>
          <p:nvPr/>
        </p:nvSpPr>
        <p:spPr>
          <a:xfrm>
            <a:off x="5019220" y="6421576"/>
            <a:ext cx="14221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 min 500 mm</a:t>
            </a:r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352C62F4-43A2-170A-9060-3F64B47C9F01}"/>
              </a:ext>
            </a:extLst>
          </p:cNvPr>
          <p:cNvCxnSpPr>
            <a:cxnSpLocks/>
          </p:cNvCxnSpPr>
          <p:nvPr/>
        </p:nvCxnSpPr>
        <p:spPr>
          <a:xfrm flipV="1">
            <a:off x="8916422" y="152050"/>
            <a:ext cx="0" cy="6660184"/>
          </a:xfrm>
          <a:prstGeom prst="straightConnector1">
            <a:avLst/>
          </a:prstGeom>
          <a:ln>
            <a:solidFill>
              <a:schemeClr val="tx1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BC36A91E-F1A7-0AB2-BD27-9DFC678650E2}"/>
              </a:ext>
            </a:extLst>
          </p:cNvPr>
          <p:cNvSpPr txBox="1"/>
          <p:nvPr/>
        </p:nvSpPr>
        <p:spPr>
          <a:xfrm rot="16200000">
            <a:off x="8561139" y="3403749"/>
            <a:ext cx="9044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600mm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1EBD263E-E4BC-2B52-63F4-D35169F114CE}"/>
              </a:ext>
            </a:extLst>
          </p:cNvPr>
          <p:cNvCxnSpPr>
            <a:cxnSpLocks/>
          </p:cNvCxnSpPr>
          <p:nvPr/>
        </p:nvCxnSpPr>
        <p:spPr>
          <a:xfrm>
            <a:off x="1633373" y="3519696"/>
            <a:ext cx="2180166" cy="921195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776D79BF-B95B-F25A-050B-F7C9DC91CBA3}"/>
              </a:ext>
            </a:extLst>
          </p:cNvPr>
          <p:cNvCxnSpPr>
            <a:cxnSpLocks/>
          </p:cNvCxnSpPr>
          <p:nvPr/>
        </p:nvCxnSpPr>
        <p:spPr>
          <a:xfrm>
            <a:off x="1622705" y="4944575"/>
            <a:ext cx="3711295" cy="1477001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BE3C56E9-DCA7-A557-F92D-E6411235F659}"/>
              </a:ext>
            </a:extLst>
          </p:cNvPr>
          <p:cNvSpPr txBox="1"/>
          <p:nvPr/>
        </p:nvSpPr>
        <p:spPr>
          <a:xfrm>
            <a:off x="827123" y="4607423"/>
            <a:ext cx="11232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solidFill>
                  <a:srgbClr val="FF0000"/>
                </a:solidFill>
              </a:rPr>
              <a:t>Mikrosteg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92204B68-9E59-17EA-6424-07B6D6A6B5A1}"/>
              </a:ext>
            </a:extLst>
          </p:cNvPr>
          <p:cNvSpPr/>
          <p:nvPr/>
        </p:nvSpPr>
        <p:spPr>
          <a:xfrm>
            <a:off x="6705600" y="5715000"/>
            <a:ext cx="45719" cy="64532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E4DE6586-E9D4-5FBC-039D-E4D52E0F3099}"/>
              </a:ext>
            </a:extLst>
          </p:cNvPr>
          <p:cNvCxnSpPr>
            <a:cxnSpLocks/>
          </p:cNvCxnSpPr>
          <p:nvPr/>
        </p:nvCxnSpPr>
        <p:spPr>
          <a:xfrm>
            <a:off x="2689588" y="1914660"/>
            <a:ext cx="1044212" cy="332696"/>
          </a:xfrm>
          <a:prstGeom prst="straightConnector1">
            <a:avLst/>
          </a:prstGeom>
          <a:ln>
            <a:solidFill>
              <a:srgbClr val="00B05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CAA51049-9B14-53D7-54A8-91404966F62A}"/>
              </a:ext>
            </a:extLst>
          </p:cNvPr>
          <p:cNvSpPr txBox="1"/>
          <p:nvPr/>
        </p:nvSpPr>
        <p:spPr>
          <a:xfrm>
            <a:off x="1252765" y="1529360"/>
            <a:ext cx="157767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B050"/>
                </a:solidFill>
              </a:rPr>
              <a:t>Normal quality</a:t>
            </a:r>
          </a:p>
          <a:p>
            <a:pPr algn="ctr"/>
            <a:r>
              <a:rPr lang="en-US" dirty="0">
                <a:solidFill>
                  <a:srgbClr val="00B050"/>
                </a:solidFill>
              </a:rPr>
              <a:t>(Q3)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6C83397A-9B49-8FCB-396F-0753F333D9E2}"/>
              </a:ext>
            </a:extLst>
          </p:cNvPr>
          <p:cNvSpPr txBox="1"/>
          <p:nvPr/>
        </p:nvSpPr>
        <p:spPr>
          <a:xfrm>
            <a:off x="613308" y="3046346"/>
            <a:ext cx="159649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0070C0"/>
                </a:solidFill>
              </a:rPr>
              <a:t>Highest quality (Q5)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1FB170E6-C194-5CF0-D4AE-F4DE671FE6D7}"/>
              </a:ext>
            </a:extLst>
          </p:cNvPr>
          <p:cNvSpPr txBox="1"/>
          <p:nvPr/>
        </p:nvSpPr>
        <p:spPr>
          <a:xfrm>
            <a:off x="941235" y="2247356"/>
            <a:ext cx="138427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00B0F0"/>
                </a:solidFill>
              </a:rPr>
              <a:t>Medium quality (Q4)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4B74FF24-A123-4680-9B02-60BB31EC4107}"/>
              </a:ext>
            </a:extLst>
          </p:cNvPr>
          <p:cNvSpPr/>
          <p:nvPr/>
        </p:nvSpPr>
        <p:spPr>
          <a:xfrm>
            <a:off x="143256" y="5435012"/>
            <a:ext cx="1358021" cy="830997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en-US" sz="1200" dirty="0"/>
              <a:t>ETH/600x500mm_2_SHEET_2</a:t>
            </a:r>
          </a:p>
          <a:p>
            <a:pPr algn="ctr"/>
            <a:endParaRPr lang="en-US" sz="1200" dirty="0"/>
          </a:p>
          <a:p>
            <a:pPr algn="ctr"/>
            <a:r>
              <a:rPr lang="en-US" sz="1200" dirty="0"/>
              <a:t>v20250220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D19263C1-2CDA-3E7A-8812-56B10318C14A}"/>
              </a:ext>
            </a:extLst>
          </p:cNvPr>
          <p:cNvSpPr/>
          <p:nvPr/>
        </p:nvSpPr>
        <p:spPr>
          <a:xfrm>
            <a:off x="6827044" y="5968901"/>
            <a:ext cx="45719" cy="64532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2AE187AE-711C-A17A-BDB2-0BBEECC0AD82}"/>
              </a:ext>
            </a:extLst>
          </p:cNvPr>
          <p:cNvSpPr/>
          <p:nvPr/>
        </p:nvSpPr>
        <p:spPr>
          <a:xfrm>
            <a:off x="5946066" y="6177835"/>
            <a:ext cx="45719" cy="64532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0E98EDB5-5964-EBE1-9280-E81029F53832}"/>
              </a:ext>
            </a:extLst>
          </p:cNvPr>
          <p:cNvSpPr/>
          <p:nvPr/>
        </p:nvSpPr>
        <p:spPr>
          <a:xfrm>
            <a:off x="6553200" y="6074568"/>
            <a:ext cx="45719" cy="64532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005A3D97-D81A-6173-1FA4-1A5BED562519}"/>
              </a:ext>
            </a:extLst>
          </p:cNvPr>
          <p:cNvSpPr/>
          <p:nvPr/>
        </p:nvSpPr>
        <p:spPr>
          <a:xfrm>
            <a:off x="6969919" y="6373714"/>
            <a:ext cx="45719" cy="64532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4C54D979-E169-7319-E2E4-BB460FAFC949}"/>
              </a:ext>
            </a:extLst>
          </p:cNvPr>
          <p:cNvSpPr/>
          <p:nvPr/>
        </p:nvSpPr>
        <p:spPr>
          <a:xfrm>
            <a:off x="6891338" y="5199758"/>
            <a:ext cx="45719" cy="64532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4E89D3AF-7DE3-E68F-7230-131EEF4058F0}"/>
              </a:ext>
            </a:extLst>
          </p:cNvPr>
          <p:cNvSpPr/>
          <p:nvPr/>
        </p:nvSpPr>
        <p:spPr>
          <a:xfrm>
            <a:off x="7265194" y="4835427"/>
            <a:ext cx="45719" cy="64532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5C5CACF1-B587-3064-FA61-1DB53EFB38E0}"/>
              </a:ext>
            </a:extLst>
          </p:cNvPr>
          <p:cNvSpPr/>
          <p:nvPr/>
        </p:nvSpPr>
        <p:spPr>
          <a:xfrm>
            <a:off x="7684293" y="4702078"/>
            <a:ext cx="45719" cy="64532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C8F03B5A-D3E8-5358-145D-21290ADB841D}"/>
              </a:ext>
            </a:extLst>
          </p:cNvPr>
          <p:cNvSpPr/>
          <p:nvPr/>
        </p:nvSpPr>
        <p:spPr>
          <a:xfrm>
            <a:off x="7858123" y="4087717"/>
            <a:ext cx="45719" cy="64532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DE8D8026-A233-6592-C353-01C37C2A2F52}"/>
              </a:ext>
            </a:extLst>
          </p:cNvPr>
          <p:cNvSpPr/>
          <p:nvPr/>
        </p:nvSpPr>
        <p:spPr>
          <a:xfrm>
            <a:off x="8077200" y="3429000"/>
            <a:ext cx="45719" cy="64532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2A3E4520-D645-BF06-EEF5-A8D1535A15C7}"/>
              </a:ext>
            </a:extLst>
          </p:cNvPr>
          <p:cNvSpPr/>
          <p:nvPr/>
        </p:nvSpPr>
        <p:spPr>
          <a:xfrm>
            <a:off x="7158040" y="3141758"/>
            <a:ext cx="45719" cy="64532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E97596B8-1457-F3C3-8204-01F66E3C09DE}"/>
              </a:ext>
            </a:extLst>
          </p:cNvPr>
          <p:cNvSpPr/>
          <p:nvPr/>
        </p:nvSpPr>
        <p:spPr>
          <a:xfrm>
            <a:off x="7274724" y="4230879"/>
            <a:ext cx="45719" cy="64532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A93AC819-E3FA-C421-2BEA-D2377F242A2C}"/>
              </a:ext>
            </a:extLst>
          </p:cNvPr>
          <p:cNvSpPr/>
          <p:nvPr/>
        </p:nvSpPr>
        <p:spPr>
          <a:xfrm>
            <a:off x="6729888" y="4542891"/>
            <a:ext cx="45719" cy="64532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BF19CE3D-C388-0178-BA9F-8282D12068C6}"/>
              </a:ext>
            </a:extLst>
          </p:cNvPr>
          <p:cNvSpPr/>
          <p:nvPr/>
        </p:nvSpPr>
        <p:spPr>
          <a:xfrm>
            <a:off x="6418415" y="5266859"/>
            <a:ext cx="45719" cy="64532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9CA1890B-9744-F9C0-4B6D-754657C55B15}"/>
              </a:ext>
            </a:extLst>
          </p:cNvPr>
          <p:cNvSpPr/>
          <p:nvPr/>
        </p:nvSpPr>
        <p:spPr>
          <a:xfrm>
            <a:off x="6083130" y="5686027"/>
            <a:ext cx="45719" cy="64532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8EFDE551-93CA-1438-FF32-0C58F6C1F57C}"/>
              </a:ext>
            </a:extLst>
          </p:cNvPr>
          <p:cNvSpPr/>
          <p:nvPr/>
        </p:nvSpPr>
        <p:spPr>
          <a:xfrm>
            <a:off x="5334000" y="6357044"/>
            <a:ext cx="45719" cy="64532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BCFEF17A-FEFF-1B88-B1E5-279368061690}"/>
              </a:ext>
            </a:extLst>
          </p:cNvPr>
          <p:cNvSpPr/>
          <p:nvPr/>
        </p:nvSpPr>
        <p:spPr>
          <a:xfrm>
            <a:off x="4845844" y="5490269"/>
            <a:ext cx="45719" cy="64532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C0EB58F7-67E7-761F-087B-2289EB453143}"/>
              </a:ext>
            </a:extLst>
          </p:cNvPr>
          <p:cNvSpPr/>
          <p:nvPr/>
        </p:nvSpPr>
        <p:spPr>
          <a:xfrm>
            <a:off x="5313113" y="4766610"/>
            <a:ext cx="45719" cy="64532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2D7D7197-2A2B-B6C5-3042-E50D08BAF8B0}"/>
              </a:ext>
            </a:extLst>
          </p:cNvPr>
          <p:cNvSpPr/>
          <p:nvPr/>
        </p:nvSpPr>
        <p:spPr>
          <a:xfrm>
            <a:off x="5624070" y="3364468"/>
            <a:ext cx="45719" cy="64532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72E866D7-D47C-2214-9C57-FAB226EBB605}"/>
              </a:ext>
            </a:extLst>
          </p:cNvPr>
          <p:cNvSpPr/>
          <p:nvPr/>
        </p:nvSpPr>
        <p:spPr>
          <a:xfrm>
            <a:off x="5574269" y="3865354"/>
            <a:ext cx="45719" cy="64532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9C6D1308-591D-71C8-D31D-0939FDBE8D52}"/>
              </a:ext>
            </a:extLst>
          </p:cNvPr>
          <p:cNvSpPr/>
          <p:nvPr/>
        </p:nvSpPr>
        <p:spPr>
          <a:xfrm>
            <a:off x="6326744" y="3505786"/>
            <a:ext cx="45719" cy="64532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174349D6-A382-0DC6-C689-EBE75B481840}"/>
              </a:ext>
            </a:extLst>
          </p:cNvPr>
          <p:cNvSpPr/>
          <p:nvPr/>
        </p:nvSpPr>
        <p:spPr>
          <a:xfrm>
            <a:off x="6172200" y="2861421"/>
            <a:ext cx="45719" cy="64532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370DF11A-BD93-0687-71E2-E2BD001F2191}"/>
              </a:ext>
            </a:extLst>
          </p:cNvPr>
          <p:cNvSpPr/>
          <p:nvPr/>
        </p:nvSpPr>
        <p:spPr>
          <a:xfrm>
            <a:off x="6570311" y="2696512"/>
            <a:ext cx="45719" cy="64532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C773862E-02FA-21E2-1CE7-FDB40BC70F50}"/>
              </a:ext>
            </a:extLst>
          </p:cNvPr>
          <p:cNvSpPr/>
          <p:nvPr/>
        </p:nvSpPr>
        <p:spPr>
          <a:xfrm>
            <a:off x="3319463" y="3005003"/>
            <a:ext cx="45719" cy="64532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E41EA3D1-B0A7-C0D6-8BB4-0266FE017C6F}"/>
              </a:ext>
            </a:extLst>
          </p:cNvPr>
          <p:cNvSpPr/>
          <p:nvPr/>
        </p:nvSpPr>
        <p:spPr>
          <a:xfrm>
            <a:off x="3290573" y="3570318"/>
            <a:ext cx="45719" cy="64532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654EE2FA-91F1-1649-5CC8-A6F6EE0E4059}"/>
              </a:ext>
            </a:extLst>
          </p:cNvPr>
          <p:cNvSpPr/>
          <p:nvPr/>
        </p:nvSpPr>
        <p:spPr>
          <a:xfrm>
            <a:off x="4702339" y="4654746"/>
            <a:ext cx="45719" cy="64532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4E24C842-39A8-4897-96CC-2F93C5D240A3}"/>
              </a:ext>
            </a:extLst>
          </p:cNvPr>
          <p:cNvSpPr/>
          <p:nvPr/>
        </p:nvSpPr>
        <p:spPr>
          <a:xfrm>
            <a:off x="4497237" y="5000987"/>
            <a:ext cx="45719" cy="64532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7" name="Rectangle 66">
            <a:extLst>
              <a:ext uri="{FF2B5EF4-FFF2-40B4-BE49-F238E27FC236}">
                <a16:creationId xmlns:a16="http://schemas.microsoft.com/office/drawing/2014/main" id="{9CF21D52-EB11-2C51-6272-C27E3FA1F469}"/>
              </a:ext>
            </a:extLst>
          </p:cNvPr>
          <p:cNvSpPr/>
          <p:nvPr/>
        </p:nvSpPr>
        <p:spPr>
          <a:xfrm>
            <a:off x="5227774" y="4096041"/>
            <a:ext cx="45719" cy="64532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6820225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70</Words>
  <Application>Microsoft Office PowerPoint</Application>
  <PresentationFormat>On-screen Show (4:3)</PresentationFormat>
  <Paragraphs>24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roth</dc:creator>
  <cp:lastModifiedBy>Roth  Christian</cp:lastModifiedBy>
  <cp:revision>50</cp:revision>
  <cp:lastPrinted>2019-03-06T10:11:30Z</cp:lastPrinted>
  <dcterms:created xsi:type="dcterms:W3CDTF">2006-08-16T00:00:00Z</dcterms:created>
  <dcterms:modified xsi:type="dcterms:W3CDTF">2025-04-14T11:46:43Z</dcterms:modified>
</cp:coreProperties>
</file>