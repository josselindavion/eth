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4660"/>
  </p:normalViewPr>
  <p:slideViewPr>
    <p:cSldViewPr>
      <p:cViewPr>
        <p:scale>
          <a:sx n="125" d="100"/>
          <a:sy n="125" d="100"/>
        </p:scale>
        <p:origin x="3012" y="5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group of images of lines and dots&#10;&#10;AI-generated content may be incorrect.">
            <a:extLst>
              <a:ext uri="{FF2B5EF4-FFF2-40B4-BE49-F238E27FC236}">
                <a16:creationId xmlns:a16="http://schemas.microsoft.com/office/drawing/2014/main" id="{0798395F-8B9C-AADC-C20D-23E63B003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71" r="67017" b="14246"/>
          <a:stretch/>
        </p:blipFill>
        <p:spPr>
          <a:xfrm>
            <a:off x="1966375" y="106491"/>
            <a:ext cx="5834063" cy="6694236"/>
          </a:xfrm>
          <a:prstGeom prst="rect">
            <a:avLst/>
          </a:prstGeom>
        </p:spPr>
      </p:pic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1641200" y="1082807"/>
            <a:ext cx="1742081" cy="107750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524" y="1975642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Normal quality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(Q3)</a:t>
            </a:r>
          </a:p>
        </p:txBody>
      </p:sp>
      <p:cxnSp>
        <p:nvCxnSpPr>
          <p:cNvPr id="11" name="Straight Arrow Connector 10"/>
          <p:cNvCxnSpPr>
            <a:cxnSpLocks/>
            <a:stCxn id="12" idx="3"/>
          </p:cNvCxnSpPr>
          <p:nvPr/>
        </p:nvCxnSpPr>
        <p:spPr>
          <a:xfrm>
            <a:off x="1641200" y="3550018"/>
            <a:ext cx="1283994" cy="10280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708" y="3226852"/>
            <a:ext cx="1596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Highest quality (Q5)</a:t>
            </a: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2004964" y="6651894"/>
            <a:ext cx="558081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50577" y="6309767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min 400 mm</a:t>
            </a:r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7762240" y="320041"/>
            <a:ext cx="0" cy="632822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16200000">
            <a:off x="7481999" y="339188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450mm</a:t>
            </a: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7026145" y="2556247"/>
            <a:ext cx="45472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00745" y="2539712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30mm</a:t>
            </a:r>
          </a:p>
        </p:txBody>
      </p:sp>
      <p:sp>
        <p:nvSpPr>
          <p:cNvPr id="65" name="Down Arrow 64"/>
          <p:cNvSpPr/>
          <p:nvPr/>
        </p:nvSpPr>
        <p:spPr>
          <a:xfrm rot="10800000">
            <a:off x="449069" y="152050"/>
            <a:ext cx="457201" cy="1505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97989" y="434076"/>
            <a:ext cx="130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Rolling Direction </a:t>
            </a:r>
          </a:p>
          <a:p>
            <a:pPr algn="ctr"/>
            <a:r>
              <a:rPr lang="en-US" dirty="0"/>
              <a:t>0°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54238" y="180214"/>
            <a:ext cx="563154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ETH/450x400mm_3_SHEET_1</a:t>
            </a:r>
          </a:p>
          <a:p>
            <a:pPr algn="ctr"/>
            <a:r>
              <a:rPr lang="en-US" sz="1600" dirty="0"/>
              <a:t>v20250509</a:t>
            </a:r>
          </a:p>
        </p:txBody>
      </p:sp>
      <p:cxnSp>
        <p:nvCxnSpPr>
          <p:cNvPr id="62" name="Straight Arrow Connector 61"/>
          <p:cNvCxnSpPr>
            <a:cxnSpLocks/>
            <a:stCxn id="63" idx="3"/>
          </p:cNvCxnSpPr>
          <p:nvPr/>
        </p:nvCxnSpPr>
        <p:spPr>
          <a:xfrm>
            <a:off x="1447801" y="2857184"/>
            <a:ext cx="1706560" cy="69249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3525" y="2534018"/>
            <a:ext cx="1384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Medium quality (Q4)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29428" y="162797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4442331" y="159232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5472256" y="316936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285021" y="6278936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SHEET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20BCBC-D98A-3EFE-5D92-B4E900A0AAA8}"/>
              </a:ext>
            </a:extLst>
          </p:cNvPr>
          <p:cNvSpPr/>
          <p:nvPr/>
        </p:nvSpPr>
        <p:spPr>
          <a:xfrm>
            <a:off x="3732719" y="205190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72E787-F538-0942-7538-8E1D67A6BBB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722002" y="1352859"/>
            <a:ext cx="3126120" cy="3040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208790-6E3E-4B6B-6168-8AECA63CB5E0}"/>
              </a:ext>
            </a:extLst>
          </p:cNvPr>
          <p:cNvSpPr txBox="1"/>
          <p:nvPr/>
        </p:nvSpPr>
        <p:spPr>
          <a:xfrm>
            <a:off x="7848122" y="1168193"/>
            <a:ext cx="112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Mikrosteg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1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D818D-A097-D07D-9DDE-8841665E3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oup of images of lines and dots&#10;&#10;AI-generated content may be incorrect.">
            <a:extLst>
              <a:ext uri="{FF2B5EF4-FFF2-40B4-BE49-F238E27FC236}">
                <a16:creationId xmlns:a16="http://schemas.microsoft.com/office/drawing/2014/main" id="{70B119E8-11B0-2630-CDEB-053BBCF0E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1" t="18471" r="33691" b="14246"/>
          <a:stretch/>
        </p:blipFill>
        <p:spPr>
          <a:xfrm>
            <a:off x="1933369" y="118369"/>
            <a:ext cx="5769316" cy="669423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5BFC9E-264F-2C61-90D7-E93ECC8CAE32}"/>
              </a:ext>
            </a:extLst>
          </p:cNvPr>
          <p:cNvCxnSpPr>
            <a:cxnSpLocks/>
          </p:cNvCxnSpPr>
          <p:nvPr/>
        </p:nvCxnSpPr>
        <p:spPr>
          <a:xfrm flipV="1">
            <a:off x="1641200" y="1082807"/>
            <a:ext cx="1742081" cy="107750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1478B5-3C8A-8EAC-077B-DAEF92D347F7}"/>
              </a:ext>
            </a:extLst>
          </p:cNvPr>
          <p:cNvSpPr txBox="1"/>
          <p:nvPr/>
        </p:nvSpPr>
        <p:spPr>
          <a:xfrm>
            <a:off x="63524" y="1975642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Normal quality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(Q3)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8DC255-7A81-BC7B-4C15-E26AFA12EAF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641200" y="3550018"/>
            <a:ext cx="1283994" cy="10280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62E663-1BA9-6755-6B14-83F51D07B338}"/>
              </a:ext>
            </a:extLst>
          </p:cNvPr>
          <p:cNvSpPr txBox="1"/>
          <p:nvPr/>
        </p:nvSpPr>
        <p:spPr>
          <a:xfrm>
            <a:off x="44708" y="3226852"/>
            <a:ext cx="1596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Highest quality (Q5)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1D6BA9-C730-F403-37D1-7237282C7989}"/>
              </a:ext>
            </a:extLst>
          </p:cNvPr>
          <p:cNvCxnSpPr>
            <a:cxnSpLocks/>
          </p:cNvCxnSpPr>
          <p:nvPr/>
        </p:nvCxnSpPr>
        <p:spPr>
          <a:xfrm>
            <a:off x="2004964" y="6651894"/>
            <a:ext cx="558081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AA28E6-5376-0540-85CD-0C8B10CD723F}"/>
              </a:ext>
            </a:extLst>
          </p:cNvPr>
          <p:cNvSpPr txBox="1"/>
          <p:nvPr/>
        </p:nvSpPr>
        <p:spPr>
          <a:xfrm>
            <a:off x="4150577" y="6309767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min 400 mm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F236166-65F7-4418-DC47-917DD00922B6}"/>
              </a:ext>
            </a:extLst>
          </p:cNvPr>
          <p:cNvCxnSpPr>
            <a:cxnSpLocks/>
          </p:cNvCxnSpPr>
          <p:nvPr/>
        </p:nvCxnSpPr>
        <p:spPr>
          <a:xfrm flipV="1">
            <a:off x="7762240" y="320041"/>
            <a:ext cx="0" cy="632822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0140F0-CB27-96E4-E20B-5A2B6E88A6D3}"/>
              </a:ext>
            </a:extLst>
          </p:cNvPr>
          <p:cNvSpPr txBox="1"/>
          <p:nvPr/>
        </p:nvSpPr>
        <p:spPr>
          <a:xfrm rot="16200000">
            <a:off x="7481999" y="339188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450mm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876BF5-7A87-305A-7647-CAA7D01D9C2F}"/>
              </a:ext>
            </a:extLst>
          </p:cNvPr>
          <p:cNvCxnSpPr>
            <a:cxnSpLocks/>
          </p:cNvCxnSpPr>
          <p:nvPr/>
        </p:nvCxnSpPr>
        <p:spPr>
          <a:xfrm>
            <a:off x="7026145" y="2556247"/>
            <a:ext cx="45472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D9D0425-0F99-3336-559C-72F1E397BBAE}"/>
              </a:ext>
            </a:extLst>
          </p:cNvPr>
          <p:cNvSpPr txBox="1"/>
          <p:nvPr/>
        </p:nvSpPr>
        <p:spPr>
          <a:xfrm>
            <a:off x="7000745" y="2539712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30mm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1E71B0-EBAB-18A9-3C56-6D3ECCD33F8A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4722002" y="1352859"/>
            <a:ext cx="3126120" cy="3040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FBF0359-E7EB-DBB6-FEFB-E8FF6132F16B}"/>
              </a:ext>
            </a:extLst>
          </p:cNvPr>
          <p:cNvSpPr txBox="1"/>
          <p:nvPr/>
        </p:nvSpPr>
        <p:spPr>
          <a:xfrm>
            <a:off x="7848122" y="1168193"/>
            <a:ext cx="112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Mikrosteg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9FFF77A5-12EF-276E-4195-9F658C5A26EC}"/>
              </a:ext>
            </a:extLst>
          </p:cNvPr>
          <p:cNvSpPr/>
          <p:nvPr/>
        </p:nvSpPr>
        <p:spPr>
          <a:xfrm rot="10800000">
            <a:off x="449069" y="152050"/>
            <a:ext cx="457201" cy="1505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C4ED8B-E455-3290-E1A2-D3CA7724219F}"/>
              </a:ext>
            </a:extLst>
          </p:cNvPr>
          <p:cNvSpPr txBox="1"/>
          <p:nvPr/>
        </p:nvSpPr>
        <p:spPr>
          <a:xfrm>
            <a:off x="697989" y="434076"/>
            <a:ext cx="130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Rolling Direction </a:t>
            </a:r>
          </a:p>
          <a:p>
            <a:pPr algn="ctr"/>
            <a:r>
              <a:rPr lang="en-US" dirty="0"/>
              <a:t>0°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515B0D8-4B70-69CD-AA49-DA2A69F80F68}"/>
              </a:ext>
            </a:extLst>
          </p:cNvPr>
          <p:cNvSpPr/>
          <p:nvPr/>
        </p:nvSpPr>
        <p:spPr>
          <a:xfrm>
            <a:off x="1954238" y="180214"/>
            <a:ext cx="563154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ETH/450x400mm_3_SHEET_2</a:t>
            </a:r>
          </a:p>
          <a:p>
            <a:pPr algn="ctr"/>
            <a:r>
              <a:rPr lang="en-US" sz="1600" dirty="0"/>
              <a:t>v20250509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096AE05-20D4-4961-CA88-9602C50348BC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1447801" y="2857184"/>
            <a:ext cx="1706560" cy="69249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1AD9E9D-B336-1E11-20E9-9FE965649BD6}"/>
              </a:ext>
            </a:extLst>
          </p:cNvPr>
          <p:cNvSpPr txBox="1"/>
          <p:nvPr/>
        </p:nvSpPr>
        <p:spPr>
          <a:xfrm>
            <a:off x="63525" y="2534018"/>
            <a:ext cx="1384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Medium quality (Q4)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BD8F045-E7CC-87ED-E438-1A13A6A01930}"/>
              </a:ext>
            </a:extLst>
          </p:cNvPr>
          <p:cNvSpPr/>
          <p:nvPr/>
        </p:nvSpPr>
        <p:spPr>
          <a:xfrm>
            <a:off x="4629428" y="162797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4B11848-BAF4-56A1-A02E-629954206047}"/>
              </a:ext>
            </a:extLst>
          </p:cNvPr>
          <p:cNvSpPr/>
          <p:nvPr/>
        </p:nvSpPr>
        <p:spPr>
          <a:xfrm>
            <a:off x="4442331" y="159232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8F98CAC-98A1-1079-B582-300EA29486FD}"/>
              </a:ext>
            </a:extLst>
          </p:cNvPr>
          <p:cNvSpPr/>
          <p:nvPr/>
        </p:nvSpPr>
        <p:spPr>
          <a:xfrm>
            <a:off x="5472256" y="316936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05596EB-2FBA-8112-2137-853972D38944}"/>
              </a:ext>
            </a:extLst>
          </p:cNvPr>
          <p:cNvSpPr/>
          <p:nvPr/>
        </p:nvSpPr>
        <p:spPr>
          <a:xfrm>
            <a:off x="285021" y="6278936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SHEET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26C2BD-F8F8-72FE-BB81-F55C3B113C4B}"/>
              </a:ext>
            </a:extLst>
          </p:cNvPr>
          <p:cNvSpPr/>
          <p:nvPr/>
        </p:nvSpPr>
        <p:spPr>
          <a:xfrm>
            <a:off x="3732719" y="205190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2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90B11-5673-DA3A-7002-002A162D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oup of images of lines and dots&#10;&#10;AI-generated content may be incorrect.">
            <a:extLst>
              <a:ext uri="{FF2B5EF4-FFF2-40B4-BE49-F238E27FC236}">
                <a16:creationId xmlns:a16="http://schemas.microsoft.com/office/drawing/2014/main" id="{CF02EEB1-0596-BD96-9D84-97BD47851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18471" b="14246"/>
          <a:stretch/>
        </p:blipFill>
        <p:spPr>
          <a:xfrm>
            <a:off x="1771710" y="98884"/>
            <a:ext cx="5834063" cy="6694236"/>
          </a:xfrm>
          <a:prstGeom prst="rect">
            <a:avLst/>
          </a:prstGeom>
        </p:spPr>
      </p:pic>
      <p:pic>
        <p:nvPicPr>
          <p:cNvPr id="26" name="Picture 25" descr="A group of images of lines and dots&#10;&#10;AI-generated content may be incorrect.">
            <a:extLst>
              <a:ext uri="{FF2B5EF4-FFF2-40B4-BE49-F238E27FC236}">
                <a16:creationId xmlns:a16="http://schemas.microsoft.com/office/drawing/2014/main" id="{9666A00D-1224-2EBD-98C7-71101EAA0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71" r="67017" b="14246"/>
          <a:stretch/>
        </p:blipFill>
        <p:spPr>
          <a:xfrm>
            <a:off x="1966375" y="106491"/>
            <a:ext cx="5834063" cy="669423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7552EF-FD29-AF31-609E-B7293A076EA7}"/>
              </a:ext>
            </a:extLst>
          </p:cNvPr>
          <p:cNvCxnSpPr>
            <a:cxnSpLocks/>
          </p:cNvCxnSpPr>
          <p:nvPr/>
        </p:nvCxnSpPr>
        <p:spPr>
          <a:xfrm flipV="1">
            <a:off x="1641200" y="1082807"/>
            <a:ext cx="1742081" cy="107750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A7BC77-8A24-1F8B-9B5B-0035C8912590}"/>
              </a:ext>
            </a:extLst>
          </p:cNvPr>
          <p:cNvSpPr txBox="1"/>
          <p:nvPr/>
        </p:nvSpPr>
        <p:spPr>
          <a:xfrm>
            <a:off x="63524" y="1975642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Normal quality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(Q3)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CDBC7B-3628-02BD-7CAF-3C81EC3680E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641200" y="3550018"/>
            <a:ext cx="1283994" cy="10280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F80328-8D03-1076-D066-2347C969F858}"/>
              </a:ext>
            </a:extLst>
          </p:cNvPr>
          <p:cNvSpPr txBox="1"/>
          <p:nvPr/>
        </p:nvSpPr>
        <p:spPr>
          <a:xfrm>
            <a:off x="44708" y="3226852"/>
            <a:ext cx="1596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Highest quality (Q5)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366E198-95FE-F139-3FD7-D99666B3B9F0}"/>
              </a:ext>
            </a:extLst>
          </p:cNvPr>
          <p:cNvCxnSpPr>
            <a:cxnSpLocks/>
          </p:cNvCxnSpPr>
          <p:nvPr/>
        </p:nvCxnSpPr>
        <p:spPr>
          <a:xfrm>
            <a:off x="2004964" y="6651894"/>
            <a:ext cx="5580817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FA083F0-B16C-F67F-5237-DD5CEAECC34A}"/>
              </a:ext>
            </a:extLst>
          </p:cNvPr>
          <p:cNvSpPr txBox="1"/>
          <p:nvPr/>
        </p:nvSpPr>
        <p:spPr>
          <a:xfrm>
            <a:off x="4150577" y="6309767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min 400 mm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5FB288-0BFA-1F9A-6AEE-5E657570167D}"/>
              </a:ext>
            </a:extLst>
          </p:cNvPr>
          <p:cNvCxnSpPr>
            <a:cxnSpLocks/>
          </p:cNvCxnSpPr>
          <p:nvPr/>
        </p:nvCxnSpPr>
        <p:spPr>
          <a:xfrm flipV="1">
            <a:off x="7762240" y="320041"/>
            <a:ext cx="0" cy="632822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2A8660E-928D-8A2A-708E-06F871E36521}"/>
              </a:ext>
            </a:extLst>
          </p:cNvPr>
          <p:cNvSpPr txBox="1"/>
          <p:nvPr/>
        </p:nvSpPr>
        <p:spPr>
          <a:xfrm rot="16200000">
            <a:off x="7481999" y="339188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450mm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0015A8-A183-3B66-579E-8D687349BBDB}"/>
              </a:ext>
            </a:extLst>
          </p:cNvPr>
          <p:cNvCxnSpPr>
            <a:cxnSpLocks/>
          </p:cNvCxnSpPr>
          <p:nvPr/>
        </p:nvCxnSpPr>
        <p:spPr>
          <a:xfrm>
            <a:off x="7026145" y="2556247"/>
            <a:ext cx="45472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22428DA-2FD7-071F-E90B-E88EFAFD83D4}"/>
              </a:ext>
            </a:extLst>
          </p:cNvPr>
          <p:cNvSpPr txBox="1"/>
          <p:nvPr/>
        </p:nvSpPr>
        <p:spPr>
          <a:xfrm>
            <a:off x="7000745" y="2539712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30mm</a:t>
            </a: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2F0BDA65-826A-5511-4697-F4017D378FAB}"/>
              </a:ext>
            </a:extLst>
          </p:cNvPr>
          <p:cNvSpPr/>
          <p:nvPr/>
        </p:nvSpPr>
        <p:spPr>
          <a:xfrm rot="10800000">
            <a:off x="449069" y="152050"/>
            <a:ext cx="457201" cy="1505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58587C-AB09-8517-B767-4F558AFA2E0A}"/>
              </a:ext>
            </a:extLst>
          </p:cNvPr>
          <p:cNvSpPr txBox="1"/>
          <p:nvPr/>
        </p:nvSpPr>
        <p:spPr>
          <a:xfrm>
            <a:off x="697989" y="434076"/>
            <a:ext cx="130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Rolling Direction </a:t>
            </a:r>
          </a:p>
          <a:p>
            <a:pPr algn="ctr"/>
            <a:r>
              <a:rPr lang="en-US" dirty="0"/>
              <a:t>0°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C80E5F5-7ACD-01F6-3AC7-3F826C6E6703}"/>
              </a:ext>
            </a:extLst>
          </p:cNvPr>
          <p:cNvSpPr/>
          <p:nvPr/>
        </p:nvSpPr>
        <p:spPr>
          <a:xfrm>
            <a:off x="1954238" y="180214"/>
            <a:ext cx="563154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ETH/450x400mm_3_</a:t>
            </a:r>
            <a:r>
              <a:rPr lang="en-US" sz="1600"/>
              <a:t>SHEET_3</a:t>
            </a:r>
            <a:endParaRPr lang="en-US" sz="1600" dirty="0"/>
          </a:p>
          <a:p>
            <a:pPr algn="ctr"/>
            <a:r>
              <a:rPr lang="en-US" sz="1600" dirty="0"/>
              <a:t>v20250509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8B245D8-5FA7-2698-9218-E257616A30F6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1447801" y="2857184"/>
            <a:ext cx="1706560" cy="692497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176F259-0BFB-BBC5-274A-AE581DAFDEAA}"/>
              </a:ext>
            </a:extLst>
          </p:cNvPr>
          <p:cNvSpPr txBox="1"/>
          <p:nvPr/>
        </p:nvSpPr>
        <p:spPr>
          <a:xfrm>
            <a:off x="63525" y="2534018"/>
            <a:ext cx="1384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Medium quality (Q4)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FE1F815-5A38-B15A-D320-351D69729FC6}"/>
              </a:ext>
            </a:extLst>
          </p:cNvPr>
          <p:cNvSpPr/>
          <p:nvPr/>
        </p:nvSpPr>
        <p:spPr>
          <a:xfrm>
            <a:off x="4629428" y="162797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BB6C142-C402-41CD-DCD4-E74C0F2F5544}"/>
              </a:ext>
            </a:extLst>
          </p:cNvPr>
          <p:cNvSpPr/>
          <p:nvPr/>
        </p:nvSpPr>
        <p:spPr>
          <a:xfrm>
            <a:off x="4442331" y="159232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24A175C-4D94-5861-745A-C6D31D255447}"/>
              </a:ext>
            </a:extLst>
          </p:cNvPr>
          <p:cNvSpPr/>
          <p:nvPr/>
        </p:nvSpPr>
        <p:spPr>
          <a:xfrm>
            <a:off x="5472256" y="316936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560FA7A-3E49-0D54-35D3-16A51C33B274}"/>
              </a:ext>
            </a:extLst>
          </p:cNvPr>
          <p:cNvSpPr/>
          <p:nvPr/>
        </p:nvSpPr>
        <p:spPr>
          <a:xfrm>
            <a:off x="285021" y="6278936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SHEET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BFC8DF-CE24-52A0-20AC-3A0ACCF072A7}"/>
              </a:ext>
            </a:extLst>
          </p:cNvPr>
          <p:cNvSpPr/>
          <p:nvPr/>
        </p:nvSpPr>
        <p:spPr>
          <a:xfrm>
            <a:off x="3732719" y="205190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6AC6B09-DB5C-1C7D-9D84-B72C72314EB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722002" y="1352859"/>
            <a:ext cx="3126120" cy="3040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EFA884-4069-45C8-7B9F-0DBEDD7216EE}"/>
              </a:ext>
            </a:extLst>
          </p:cNvPr>
          <p:cNvSpPr txBox="1"/>
          <p:nvPr/>
        </p:nvSpPr>
        <p:spPr>
          <a:xfrm>
            <a:off x="7848122" y="1168193"/>
            <a:ext cx="112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Mikrosteg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4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On-screen Show (4:3)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roth</dc:creator>
  <cp:lastModifiedBy>Roth  Christian</cp:lastModifiedBy>
  <cp:revision>34</cp:revision>
  <cp:lastPrinted>2018-11-23T11:19:59Z</cp:lastPrinted>
  <dcterms:created xsi:type="dcterms:W3CDTF">2006-08-16T00:00:00Z</dcterms:created>
  <dcterms:modified xsi:type="dcterms:W3CDTF">2025-05-23T07:38:22Z</dcterms:modified>
</cp:coreProperties>
</file>