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4" r:id="rId2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3456" y="11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96AD4A-51F2-4A1F-88B0-FF92ACAA0329}" type="datetimeFigureOut">
              <a:rPr lang="de-CH" smtClean="0"/>
              <a:t>23.05.2025</a:t>
            </a:fld>
            <a:endParaRPr lang="de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97013" y="1200150"/>
            <a:ext cx="4321175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B7BCAE-B6F0-4A74-9BB5-41D8A2BDC5E5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03590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10915-6759-FC12-44C4-4C3EF688D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oup of images of different shapes&#10;&#10;AI-generated content may be incorrect.">
            <a:extLst>
              <a:ext uri="{FF2B5EF4-FFF2-40B4-BE49-F238E27FC236}">
                <a16:creationId xmlns:a16="http://schemas.microsoft.com/office/drawing/2014/main" id="{494F23E7-E136-D2CD-8A2D-6EB65125B75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1" r="7368"/>
          <a:stretch/>
        </p:blipFill>
        <p:spPr>
          <a:xfrm>
            <a:off x="50800" y="1096084"/>
            <a:ext cx="8928100" cy="5591198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CB39AF8-951B-2DDC-3902-C7C0A1B52FE6}"/>
              </a:ext>
            </a:extLst>
          </p:cNvPr>
          <p:cNvCxnSpPr>
            <a:cxnSpLocks/>
          </p:cNvCxnSpPr>
          <p:nvPr/>
        </p:nvCxnSpPr>
        <p:spPr>
          <a:xfrm flipH="1">
            <a:off x="2754912" y="891328"/>
            <a:ext cx="89888" cy="321195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51EFE1B-ED75-CB04-14A5-01E2210D3062}"/>
              </a:ext>
            </a:extLst>
          </p:cNvPr>
          <p:cNvSpPr txBox="1"/>
          <p:nvPr/>
        </p:nvSpPr>
        <p:spPr>
          <a:xfrm>
            <a:off x="1574937" y="509224"/>
            <a:ext cx="14205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Normal quality</a:t>
            </a:r>
          </a:p>
          <a:p>
            <a:pPr algn="ctr"/>
            <a:r>
              <a:rPr lang="en-US" sz="1600" dirty="0">
                <a:solidFill>
                  <a:srgbClr val="00B050"/>
                </a:solidFill>
              </a:rPr>
              <a:t>(Q3)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5E69E1F-F919-301A-DE01-F13267577014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5654033" y="1172522"/>
            <a:ext cx="199312" cy="65627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F5A5F03-D554-0AC4-B711-C995B224506D}"/>
              </a:ext>
            </a:extLst>
          </p:cNvPr>
          <p:cNvSpPr txBox="1"/>
          <p:nvPr/>
        </p:nvSpPr>
        <p:spPr>
          <a:xfrm>
            <a:off x="5055099" y="587747"/>
            <a:ext cx="15964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070C0"/>
                </a:solidFill>
              </a:rPr>
              <a:t>Highest quality (Q5)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D19E18D-BA91-98B0-DA1D-671847E372BA}"/>
              </a:ext>
            </a:extLst>
          </p:cNvPr>
          <p:cNvSpPr txBox="1"/>
          <p:nvPr/>
        </p:nvSpPr>
        <p:spPr>
          <a:xfrm>
            <a:off x="609600" y="6591516"/>
            <a:ext cx="1422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min 300 mm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B0FFF89-C678-DBFC-3360-EB49D1089639}"/>
              </a:ext>
            </a:extLst>
          </p:cNvPr>
          <p:cNvCxnSpPr>
            <a:cxnSpLocks/>
          </p:cNvCxnSpPr>
          <p:nvPr/>
        </p:nvCxnSpPr>
        <p:spPr>
          <a:xfrm flipV="1">
            <a:off x="121920" y="3975503"/>
            <a:ext cx="0" cy="2711779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BA01343-6C87-85CB-37CE-E6A6240664C2}"/>
              </a:ext>
            </a:extLst>
          </p:cNvPr>
          <p:cNvSpPr txBox="1"/>
          <p:nvPr/>
        </p:nvSpPr>
        <p:spPr>
          <a:xfrm rot="16200000">
            <a:off x="-547981" y="5157474"/>
            <a:ext cx="1316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min 300mm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4D9F667-1F63-5E1E-1E09-8E6583256A40}"/>
              </a:ext>
            </a:extLst>
          </p:cNvPr>
          <p:cNvCxnSpPr>
            <a:cxnSpLocks/>
          </p:cNvCxnSpPr>
          <p:nvPr/>
        </p:nvCxnSpPr>
        <p:spPr>
          <a:xfrm>
            <a:off x="8468983" y="1308100"/>
            <a:ext cx="276678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AD42718-76CF-CE6B-25CB-16E4634B4224}"/>
              </a:ext>
            </a:extLst>
          </p:cNvPr>
          <p:cNvSpPr txBox="1"/>
          <p:nvPr/>
        </p:nvSpPr>
        <p:spPr>
          <a:xfrm>
            <a:off x="8370575" y="1272961"/>
            <a:ext cx="5533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30mm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1C08D9A-A2BB-6B5C-EDFB-06ED581F7E2C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7620000" y="838200"/>
            <a:ext cx="246485" cy="44031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37E3274-F834-2D89-CFFC-6279C7AA96D6}"/>
              </a:ext>
            </a:extLst>
          </p:cNvPr>
          <p:cNvSpPr txBox="1"/>
          <p:nvPr/>
        </p:nvSpPr>
        <p:spPr>
          <a:xfrm>
            <a:off x="6976803" y="463059"/>
            <a:ext cx="1123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Mikrosteg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65" name="Down Arrow 64">
            <a:extLst>
              <a:ext uri="{FF2B5EF4-FFF2-40B4-BE49-F238E27FC236}">
                <a16:creationId xmlns:a16="http://schemas.microsoft.com/office/drawing/2014/main" id="{CCB13A9C-CD65-C6E4-61A1-07809CB810F6}"/>
              </a:ext>
            </a:extLst>
          </p:cNvPr>
          <p:cNvSpPr/>
          <p:nvPr/>
        </p:nvSpPr>
        <p:spPr>
          <a:xfrm rot="10800000">
            <a:off x="22224" y="104780"/>
            <a:ext cx="457201" cy="92333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A6F2A33-78AB-4B39-7EA4-618D48AFD49E}"/>
              </a:ext>
            </a:extLst>
          </p:cNvPr>
          <p:cNvSpPr txBox="1"/>
          <p:nvPr/>
        </p:nvSpPr>
        <p:spPr>
          <a:xfrm>
            <a:off x="323453" y="161193"/>
            <a:ext cx="13069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Rolling Direction </a:t>
            </a:r>
          </a:p>
          <a:p>
            <a:pPr algn="ctr"/>
            <a:r>
              <a:rPr lang="en-US" dirty="0"/>
              <a:t>0° 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16A7AB62-B716-60C0-5E22-A62A7D08C00A}"/>
              </a:ext>
            </a:extLst>
          </p:cNvPr>
          <p:cNvCxnSpPr>
            <a:cxnSpLocks/>
          </p:cNvCxnSpPr>
          <p:nvPr/>
        </p:nvCxnSpPr>
        <p:spPr>
          <a:xfrm flipH="1">
            <a:off x="4224965" y="1171430"/>
            <a:ext cx="48903" cy="428770"/>
          </a:xfrm>
          <a:prstGeom prst="straightConnector1">
            <a:avLst/>
          </a:prstGeom>
          <a:ln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3661ED50-C17A-6391-FC00-5FB5644F0E8A}"/>
              </a:ext>
            </a:extLst>
          </p:cNvPr>
          <p:cNvSpPr txBox="1"/>
          <p:nvPr/>
        </p:nvSpPr>
        <p:spPr>
          <a:xfrm>
            <a:off x="3348890" y="550019"/>
            <a:ext cx="13842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0B0F0"/>
                </a:solidFill>
              </a:rPr>
              <a:t>Medium quality (Q4)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2F8A03D-E307-AED1-2530-8FFD2520289F}"/>
              </a:ext>
            </a:extLst>
          </p:cNvPr>
          <p:cNvSpPr/>
          <p:nvPr/>
        </p:nvSpPr>
        <p:spPr>
          <a:xfrm>
            <a:off x="2730281" y="45477"/>
            <a:ext cx="3698057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ETH/300x300mm_6_SHEET_1-6</a:t>
            </a:r>
          </a:p>
          <a:p>
            <a:pPr algn="ctr"/>
            <a:r>
              <a:rPr lang="en-US" sz="1400" dirty="0"/>
              <a:t>v20250509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7B0AFA-4008-E7B0-414E-ACFA9B19730A}"/>
              </a:ext>
            </a:extLst>
          </p:cNvPr>
          <p:cNvSpPr/>
          <p:nvPr/>
        </p:nvSpPr>
        <p:spPr>
          <a:xfrm>
            <a:off x="7843625" y="1278514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82B774-2D48-A695-65B4-2B7848260807}"/>
              </a:ext>
            </a:extLst>
          </p:cNvPr>
          <p:cNvSpPr/>
          <p:nvPr/>
        </p:nvSpPr>
        <p:spPr>
          <a:xfrm>
            <a:off x="8077200" y="2286000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08304D-39CA-F35A-0222-356087772629}"/>
              </a:ext>
            </a:extLst>
          </p:cNvPr>
          <p:cNvSpPr/>
          <p:nvPr/>
        </p:nvSpPr>
        <p:spPr>
          <a:xfrm>
            <a:off x="6381750" y="4481513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E93DCB1-5F1E-514B-5351-D535959DB95D}"/>
              </a:ext>
            </a:extLst>
          </p:cNvPr>
          <p:cNvSpPr/>
          <p:nvPr/>
        </p:nvSpPr>
        <p:spPr>
          <a:xfrm>
            <a:off x="6810375" y="4181476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A89DBCD-5ABB-874F-D74B-B21EC34E8166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5853345" y="1172522"/>
            <a:ext cx="504090" cy="13557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A18DCE62-DAC8-0277-4B79-DEEC1E4038E3}"/>
              </a:ext>
            </a:extLst>
          </p:cNvPr>
          <p:cNvSpPr txBox="1"/>
          <p:nvPr/>
        </p:nvSpPr>
        <p:spPr>
          <a:xfrm>
            <a:off x="121920" y="3479851"/>
            <a:ext cx="46215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SHEET_1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81AED60-7A63-6BDA-96AB-BC5F7258822D}"/>
              </a:ext>
            </a:extLst>
          </p:cNvPr>
          <p:cNvSpPr txBox="1"/>
          <p:nvPr/>
        </p:nvSpPr>
        <p:spPr>
          <a:xfrm>
            <a:off x="2987322" y="3494090"/>
            <a:ext cx="46215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SHEET_2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54A033F-CF25-2F92-5452-90E2909E32A4}"/>
              </a:ext>
            </a:extLst>
          </p:cNvPr>
          <p:cNvSpPr txBox="1"/>
          <p:nvPr/>
        </p:nvSpPr>
        <p:spPr>
          <a:xfrm>
            <a:off x="5852724" y="3508329"/>
            <a:ext cx="46215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SHEET_3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5E61F69-238F-D203-E24B-70895F0FAFF5}"/>
              </a:ext>
            </a:extLst>
          </p:cNvPr>
          <p:cNvSpPr txBox="1"/>
          <p:nvPr/>
        </p:nvSpPr>
        <p:spPr>
          <a:xfrm>
            <a:off x="272582" y="6389030"/>
            <a:ext cx="46215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SHEET_4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4A36F69-F4F2-D207-0BD6-DA6BAF7D103E}"/>
              </a:ext>
            </a:extLst>
          </p:cNvPr>
          <p:cNvSpPr txBox="1"/>
          <p:nvPr/>
        </p:nvSpPr>
        <p:spPr>
          <a:xfrm>
            <a:off x="3137984" y="6403269"/>
            <a:ext cx="46215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SHEET_5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6D4B475-E676-3521-8240-A61CE16B7567}"/>
              </a:ext>
            </a:extLst>
          </p:cNvPr>
          <p:cNvSpPr txBox="1"/>
          <p:nvPr/>
        </p:nvSpPr>
        <p:spPr>
          <a:xfrm>
            <a:off x="6165144" y="6403929"/>
            <a:ext cx="46215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SHEET_6</a:t>
            </a:r>
          </a:p>
        </p:txBody>
      </p:sp>
    </p:spTree>
    <p:extLst>
      <p:ext uri="{BB962C8B-B14F-4D97-AF65-F5344CB8AC3E}">
        <p14:creationId xmlns:p14="http://schemas.microsoft.com/office/powerpoint/2010/main" val="1247608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</Words>
  <Application>Microsoft Office PowerPoint</Application>
  <PresentationFormat>On-screen Show (4:3)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roth</dc:creator>
  <cp:lastModifiedBy>Roth  Christian</cp:lastModifiedBy>
  <cp:revision>46</cp:revision>
  <cp:lastPrinted>2018-11-23T11:19:59Z</cp:lastPrinted>
  <dcterms:created xsi:type="dcterms:W3CDTF">2006-08-16T00:00:00Z</dcterms:created>
  <dcterms:modified xsi:type="dcterms:W3CDTF">2025-05-23T08:09:32Z</dcterms:modified>
</cp:coreProperties>
</file>